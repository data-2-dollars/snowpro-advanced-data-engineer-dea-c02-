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FAF7A-B5DA-6D78-6135-5B541FFEE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AD600-FCB8-9E7A-A3DA-EFD5B2F1E3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6ED3F-4EAE-02A3-A3AD-61424FFB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601E7-BA37-4448-9EBA-4CC4667FAF8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10E0-56D3-3E3F-2BAD-CCD3B3F71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BBA41-3436-1DDF-AD66-4EC002AAA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FD16D-17BC-458B-BC1F-EBD9990C5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082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2C776-2391-2E12-AB41-38CFDC77B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EAA40-B989-E184-BF67-BAC8D0E92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6FCB5-B04B-CECF-600E-ECA481295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601E7-BA37-4448-9EBA-4CC4667FAF8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706D4-9F17-C031-F254-70B5BAE6F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DA3F7-0CCC-D167-71B9-CE8BA2526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FD16D-17BC-458B-BC1F-EBD9990C5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194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4939-9C1B-7421-EDB3-D6C2F2F9C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1B62D-3117-D794-81C4-C627B9265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BC411-86F0-C973-BAB3-B9D4B9645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601E7-BA37-4448-9EBA-4CC4667FAF8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DD5EF-FC3B-3680-89FC-EE8B999D8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A806D-D387-A615-4CEC-863FA6540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FD16D-17BC-458B-BC1F-EBD9990C5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692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55BAB-80DC-9BD2-57A5-C7E028A1F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2FA8E-C032-1EA1-B7B0-CCD4762DB2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0FA903-C162-F6E2-5E90-BD3DD73A5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8337D-A76D-E201-6FC9-5276C2CCE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601E7-BA37-4448-9EBA-4CC4667FAF8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B8D3F-E785-7E4E-4FE3-E67D3FA40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8F8D68-1FB0-94CF-CCCC-DBEFAF7E3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FD16D-17BC-458B-BC1F-EBD9990C5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659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A4F1E-7607-064D-0E30-C49C9254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45C57-69AD-3761-2385-4E02444B0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7EDD5A-0ED9-FD22-DDC1-AFD7D0531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FA0F40-2064-02E8-D812-DF9D68CC8B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D46F97-CC56-B5AD-874C-F18B0625AB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6AB4BB-6D16-9913-8DD4-3DF804DEC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601E7-BA37-4448-9EBA-4CC4667FAF8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AD6161-2645-AD96-EB07-353B029AD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ED06AD-6BBC-391F-1E20-6B0B2FE84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FD16D-17BC-458B-BC1F-EBD9990C5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04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99E6E-1B02-68FB-0871-482D6750F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EB1127-F819-CA79-DB67-CED662A41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601E7-BA37-4448-9EBA-4CC4667FAF8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50C56F-617C-992C-12FB-A87E96AC5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17939C-7EE1-6D0A-3833-24BB7F1D8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FD16D-17BC-458B-BC1F-EBD9990C5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192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E37550-78CA-8DB3-AAD2-B4166877B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601E7-BA37-4448-9EBA-4CC4667FAF8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B9AE8-79C8-9ED6-AFF2-0A7DFA136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3115C-95AC-5736-ACB2-7054E7DD4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FD16D-17BC-458B-BC1F-EBD9990C5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999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D05D6-39A6-FD95-C31A-2F7F78773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CF236-D62D-34F4-4203-802ABB0FA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F4F998-9829-4250-EAE0-75DDDF8F4A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89B3B-02E7-4294-6613-381F51A26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601E7-BA37-4448-9EBA-4CC4667FAF8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A1CB9-E945-1894-F7A7-5F679146E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CF5167-B270-C7D5-F372-FDC4B0B2D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FD16D-17BC-458B-BC1F-EBD9990C5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925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6B06C-19F5-6E87-E007-FAD829337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7C4DA1-C813-3962-BA82-1B33F180E14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DB0FAA-22EC-E261-C243-40647C26C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B8216-1A78-EBAA-C16C-F3745347C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601E7-BA37-4448-9EBA-4CC4667FAF8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F5857A-C713-8C27-3463-AA443DA18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252FEC-1C7F-4DA6-8B53-F3084C5A0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FD16D-17BC-458B-BC1F-EBD9990C5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864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93F3B-DCC9-647F-2527-68565D8F3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B2A8D-4DEF-EAB8-2400-A2B17A0AF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28F01-5E3B-9259-CE32-905646EEE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601E7-BA37-4448-9EBA-4CC4667FAF8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8D727-4701-FB25-2453-C4C391894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994B3-5813-4C47-B779-8A9D0C8D0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FD16D-17BC-458B-BC1F-EBD9990C5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520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162F34-726D-14C6-AEC8-8F379556CA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0876B9-1321-14B1-D9C1-3161EF6A4E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64639-CFF8-63B0-1ADA-97B7893DA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601E7-BA37-4448-9EBA-4CC4667FAF8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A507F-3847-A225-2159-6601A7A0E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1391D-3D93-52CE-2743-33255C671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FD16D-17BC-458B-BC1F-EBD9990C5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040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CB37D2-D246-0A72-E890-885985E8F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A15DF-AE84-2B5E-B759-A6CB43F38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D11EC-CCAF-28F1-AF4A-4B0175D182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601E7-BA37-4448-9EBA-4CC4667FAF8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05C42-3DBF-9770-52ED-B85F7774AC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33504-4499-E855-DD9A-354BB531AF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FD16D-17BC-458B-BC1F-EBD9990C5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62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AA3DD-64E3-91F0-19FB-C2C51E2EF9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1AC51F-717C-EA35-691B-759E403EAD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EFC751-98F2-6372-6BA9-9915ED5B0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416" y="620786"/>
            <a:ext cx="10021168" cy="561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497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F594BC-8DF9-5F75-6E43-836998141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036" y="647459"/>
            <a:ext cx="10005927" cy="556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316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8EA23B-229A-1124-1395-98C59D340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743" y="693183"/>
            <a:ext cx="10074513" cy="547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177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D2165B-65F9-396E-4942-3B01A0736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795" y="624597"/>
            <a:ext cx="10036410" cy="560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661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2026-10-06T15:40:18Z</dcterms:created>
  <dcterms:modified xsi:type="dcterms:W3CDTF">2026-10-06T15:40:29Z</dcterms:modified>
</cp:coreProperties>
</file>