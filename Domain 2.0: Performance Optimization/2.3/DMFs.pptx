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2962-8E1B-A1D5-477B-622D5DAD7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54A08-8295-0BA6-49F1-F359058D4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D4C64-4671-595B-4902-861F77BB8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CA25A-7154-279F-D1B6-9B6E70BD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04DA6-9094-E8D1-4267-70484D33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3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CD7C-8C81-F8A5-70E6-29A10C6B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979A-3F9F-5313-6BDA-87C62259C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D4FCB-4C89-0C42-AA6F-84AE9B78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4BC5F-1373-0589-2AC7-1D53EDFB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ADA4C-3A57-2096-5BC5-98FD2A92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79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F105-E6A2-245A-6B77-C2C88676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DBE62-0CE5-4FDC-6F37-102637718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C06F0-91CB-4C02-03C9-6828BB72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01FD-E346-84E1-C602-9D94031FB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95377-6148-929D-9F1D-4BFDD625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5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B203-7A97-5977-2BB9-A7CFDD62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CD66-1714-05DB-0448-320278B3D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79EF0-3911-2841-CBBB-F5FB303DB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5F568-A1E9-5266-76DA-E3DC3A66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E01BF-AA96-9082-4D56-18C26B81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481C3-4D00-3275-6587-77A62F52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94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0BDD-4742-FBBB-780C-4E8600C1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6DCA4-3822-751A-D762-27774C5FE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E7FB3-FC7C-4B17-0525-A8B0C84AC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5B477-E777-DCF8-AB51-9D3C1AE74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C65B1-EA33-7B35-3173-7AD912EDE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14F14-40C9-A974-312E-96F2F828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82F56-5E2C-3466-75E5-76E55F3E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45BA0-E41A-3AAD-9E49-E214BD02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54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DFEE-989D-49C7-DA5C-9A4744AB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0B0CE-C579-2F0A-E59F-DFE60D0A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9106D-C0AC-8F23-1390-15D7CCD3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E36C9-2672-6918-7709-C13A982B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5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24EA-537C-82A6-3820-440D93D6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B2F51-5EDD-4C4E-9D55-67F8D96DC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DEC9-A46B-78A3-8F70-F76D7F3B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1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028E-48BB-83E2-C083-1CA59567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EE267-4F86-F227-EBDA-A843028F1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7933A-F187-9884-461A-B3F35BCF2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23077-58A4-2847-D610-996D454E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5343B-ECA7-3E55-C4BF-39341A7D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BD770-9E1B-51E3-A7DF-80411D03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82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DBF9-ACD5-F4F2-F319-9404E7AF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D1F5B-1791-CC5F-5E52-767C743B4A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42362-D45A-4CF5-B529-A7BD7C684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3FA5A-3C54-DCDF-23A8-B48D3E7F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9260C-1D48-E324-2A28-7A71B00E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19C0C-F9AB-4E7D-758F-441C1F88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75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FA46-1D56-6C70-6EAD-5FB79ED0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EA5F7-5BCF-67A6-A6C9-6EAF22A6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92F81-ABC2-EA77-DF59-2E3379F9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C9957-9780-AB4A-FBDF-ABA30F7B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84837-2F96-154F-ABAC-E876E330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45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5019F-FD5A-CC6F-668F-A0926A1F2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73B21-4ADA-EF31-90F2-ECCB207A3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7332-7463-7CD6-BB47-8B441FCC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13340-B929-44AC-4A3A-F1D24B55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35DB-1468-6CB0-7BB6-EB0DB20D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06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5CE19-31E9-45AD-112E-93F60EAE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419B9-E710-027C-00B7-846F5543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DBCE5-5816-2A87-9206-C4BB3CBB9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4BFDF-38B3-4E3E-85C2-D9F473F337E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E808F-2200-5E74-9087-B03A36824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11E4-2BD1-513D-694F-B4D1ED02D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90B5F-62A4-4C74-8F67-1C648AA530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87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B0DB-2B40-34EF-5391-228D9AB03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52EDA-C20B-8B12-A435-9028CC56B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2D2D7-EC08-0302-77C9-C08630D6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87260"/>
            <a:ext cx="10095780" cy="64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8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A30B9-CC64-2569-91C0-79EFDE0B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741" y="415029"/>
            <a:ext cx="8748518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9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2026-10-06T15:08:15Z</dcterms:created>
  <dcterms:modified xsi:type="dcterms:W3CDTF">2026-10-06T15:08:24Z</dcterms:modified>
</cp:coreProperties>
</file>