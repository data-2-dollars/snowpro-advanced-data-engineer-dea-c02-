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DF75-0268-E373-2E6B-EA234C404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7600A-4A38-65C2-E2A0-10F516437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B803A-BA3B-A131-80D6-2AA55DED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AD946-3EAC-20EA-98E6-F05EB1B3C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3D395-9CF1-4CF7-DDF6-560B3FFB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84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826D-2174-89EC-B7B0-2ECD0F04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2F3BD-6D17-1F7F-3846-474738567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4934C-467C-86F5-0FAC-66011885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7FAA5-214E-DF67-42EA-67978247D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40D13-BFEC-1AB1-F5E7-E8CFA81C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77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9D954-F0D3-A758-319E-36A51370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6D33C-C68D-B3CF-2D29-AF6AD981C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B9758-AC42-E81E-7986-A0C46A648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F994D-66C8-385F-EFA6-956E3E7B4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E466F-9EF1-3073-BA0E-4DBD14AC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005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E902-4031-569A-D8C7-397080629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D8244-8063-FE2F-1EE1-B623ABBDC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4F451-9074-DF94-A21C-BB179D97C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B4CD0-DFAE-AA92-3BAF-652CDB29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AA7C8-FF69-BA62-013C-862E56ED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6294A-7FBC-CB74-D476-04A1580DB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37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59C1D-C5F8-8FE9-A6D4-5F9C8D36B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8694E-A261-C6D4-C0BA-2827087AB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5E3A-004C-A0F5-6E8D-4F04D13E2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9318-6602-3EFE-BC1A-E47FB1CD01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F1954-5172-F5E1-ECF0-8D65940BFC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330B9D-893B-F4A4-839A-3212AD56E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C98CC-6575-435D-8A07-E54324DF7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3E7C6-E674-5F2E-D5C8-A3825FC11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710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16D42-BD24-A6DE-32DD-BAB50E18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86612-4A1B-A982-93E6-69E721785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73C9CA-900E-A9EA-9F6D-6E6AF238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4EA45-0BE7-DF3B-6D0F-D58B1345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654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93DE6E-DA74-A7A3-91E5-10B8C828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CD6E40-B40A-A0A3-213A-5A1E76B86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AEBEC-C993-1137-0552-2F39F9A6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13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8F18-B2C7-CA97-C854-C4836CF91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60C39-3927-8400-79D9-53B053713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F4C37-9262-B0F1-433B-A2C904A2E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D2639-5570-AD3F-6839-D4AD5977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FF35F-99C6-58FE-5DD1-9EC6B192A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58652-FB5C-8404-D8EB-31FA18B90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3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4A0FF-9209-C177-F4BC-6D99FF38A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1C5D7D-24CB-6D39-09B0-F6BACA77B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0B9CA-D0C0-3A03-50B0-5A29DB490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1F8BB-20E9-F1A7-B072-51B2E235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F9709-DD1E-AE7C-7C7C-BF2C151E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4130A-53F4-9FE8-6838-F19796A9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20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286C4-9FB9-49A2-5F29-4D1AE39F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A5FEE0-F818-31AB-F5B9-77D81EF83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FE58B-D606-C30F-21A0-CDB9B208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C2A15-ECCE-2098-D437-306B9B22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D4B1C-46E9-30A1-D263-74EA8F39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3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E92AB9-1464-692D-BCF5-EA0E5D71B3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5AD5B-3726-0DA2-0A44-816200D1A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3B13C-E77E-90E9-F1CD-BC6DE9F9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FE8B5-5298-7FAD-7817-5EF1503D7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ED165-7783-FAA0-31D1-E2F24BAA6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9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1180B2-5B68-6FFE-E92C-A17445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05A71-211E-CC3E-323C-E05073F0F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30C1F-A740-6079-94A4-C335CB614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019D0-9711-4F1F-84A6-F660983E55F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F1EE-04E8-B4F8-4139-D199ACB2A3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5B8E3-CE3B-12F8-26B5-405241C1F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48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DAFA6-5CFF-FE50-39F7-05C418A811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2DD1-6E66-CD19-B9FB-07FFC7F1D3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C2060-96E1-7295-5CAA-56B5838F1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183" y="716045"/>
            <a:ext cx="10226926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9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05914B-3148-FAF8-D4B7-3032BB907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26" y="830355"/>
            <a:ext cx="10234547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401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0D191C-06F2-C19A-CCDB-3DF29508D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83" y="925613"/>
            <a:ext cx="11225233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74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736DE0-BF89-2C88-B47A-37691BF03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529005" cy="6634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FF61FA-B180-BB08-1263-0CE7A863D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95" y="244282"/>
            <a:ext cx="5182049" cy="11583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7496DE-C836-BFA9-C470-451C4114E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30" y="1738468"/>
            <a:ext cx="5655692" cy="419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3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2026-09-19T13:50:36Z</dcterms:created>
  <dcterms:modified xsi:type="dcterms:W3CDTF">2026-09-19T13:50:45Z</dcterms:modified>
</cp:coreProperties>
</file>