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8E60-651D-E82C-E8AE-18F601883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AAFC3-8047-3378-A08E-56076F847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C4C56-A368-B5FA-8DED-1702DB7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93E1-001F-923D-7BDA-05C2D2E1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5B76-178A-8C38-5ACA-2CD069FF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37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ABBD-B864-626D-22DB-F327188D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CAF1D-02B2-C34A-8EAB-6FDDC55D1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4337A-8332-17EB-4B7B-162A4D0BC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E4B5-2479-D805-A2F7-4FA42F9B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C967A-8CC3-0247-68CF-86C221E6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50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6DD6-DF68-F988-86B0-FD4CFDD5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FF3CD-D1EC-246C-3138-A0D722EF3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F60C6-97E2-5D17-D249-220B6A680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3A50F-4A58-E422-F7D7-DD16D701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3D7A7-E0C0-CC62-FB4C-F13D862A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46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53965-3E78-D749-BDB4-88988B21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4F97-129D-8353-72E6-ADAF9FEA5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89641-3D3E-2AD5-4ACA-B13361A44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18414-C239-C594-F8FC-0B603716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47188-D534-0210-B73F-881DB299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7C41E-0706-D141-AFAE-73557A4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12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EC68-2B1C-C703-4785-D4B484C3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09577-8D45-23EE-C382-3C01EACC6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90D38-0695-F309-D46E-2CE6244D0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00ACA-DA8A-70DC-4E7C-25389B26A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20A330-5301-0CD0-F2E0-B8E999CBE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B08A5-5E4E-3D6C-D659-7F2F137D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99FC6-6756-4752-2A6D-DDC4D30E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C8FDA6-D57A-3BD2-901F-DCD3EEBD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8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3FA5-E13F-8B71-91CA-131A4B51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6D344-CD1E-05A3-E83B-E878C868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DD5B2-FBF4-D548-DD0A-26593A6B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7643-D990-15E0-8D17-D02B3B2E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45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4B9FE-12A9-4B05-2842-1CFBC3B0E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6F07E-4408-E38D-CF55-509FAE5E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40D6D-D428-C149-4B79-981BD335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241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0162E-6258-1E6E-622C-63817877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276EE-4710-42E8-A66F-9355165B3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12A13-1F0B-92EC-4788-523B20863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06098-F4DC-1589-14F5-3F35C303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EDAB9-9073-1347-1795-DB70F36E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779BD-7026-CE66-7BBB-5F78C7D2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97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600F-EAA0-DC28-0D25-57101A2C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456E6-68B8-6B2A-71B6-4B93404E4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A8F73-7197-8AA1-48FA-F01225A0B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B5B43-D090-3EE0-4F7A-E6BE3FA48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B423D-32FD-35D7-1406-81C8CF65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37F92-AB15-D8BA-1633-7734F48E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13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9463-A66F-3BC5-5BAB-CE3392D7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DFC88-6F48-3F99-009F-C8B9C436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8D09A-F565-6F25-743D-FB0D44E8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97155-5C59-9AB9-423D-8899F0C3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1B7EB-E217-8A22-A1BB-F7BF1C46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52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121E6-D23F-5D6E-5FE5-9374D6BFD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C1543-BD15-38C2-D26B-E57488C3D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7437-64D9-F2EE-ECA3-7A60E253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DB37-5392-58B5-E679-FAF02B6E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46B15-D50F-F31E-8B0A-59B0BE46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75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4AD3E0-8217-28D0-D421-2017CDF5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9A927-4C41-7B24-3846-BE488BB0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7522D-B5F4-1D66-94DC-A6F523AAA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27502-B236-4E49-AC01-14B30BA3A27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9C8B4-7F13-C1B8-9FA0-44CD6CAC0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6CD8D-186F-EF09-0EEA-0DECAC53D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3B477-7DCC-4041-A910-C84B25727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387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12A5C-A966-6989-6525-55BC854E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70" y="700803"/>
            <a:ext cx="9906859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36BE1-EC7B-7E43-FBF0-B2A2FCCB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4" y="1462869"/>
            <a:ext cx="12124471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7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4869D6-E4C0-FB99-496E-3ABE806FD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04" y="728492"/>
            <a:ext cx="10176303" cy="540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94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DAAF7-B132-0F44-4A3A-153166F9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999"/>
            <a:ext cx="12192000" cy="508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88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23157B-AC9B-EEBB-3669-825954912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567"/>
            <a:ext cx="12192000" cy="431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99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2026-09-16T06:01:04Z</dcterms:created>
  <dcterms:modified xsi:type="dcterms:W3CDTF">2026-09-16T06:02:42Z</dcterms:modified>
</cp:coreProperties>
</file>