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122E0-6CC2-223D-A03A-89AFF0524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E71FD-6BAA-07B4-12EA-5AED890F19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E42BD-A963-E125-ADA5-6C532F2F7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4E81-52DB-4785-A5D0-FA06182920B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677CD-DBF7-4F07-E5DD-A71B14302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3133D-211B-C1C4-6FFE-A188A44AD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F9D-51F9-47B3-B2A7-4D373C5B6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130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32A8E-47C3-E0B5-2292-554504D4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63F0D-85AE-D57C-D779-509FD6CB7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508A8-540F-73C6-06FA-84B5F726B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4E81-52DB-4785-A5D0-FA06182920B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83A13-955D-79EA-DC1F-C250AF964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A2FBF-9580-5A00-C8CE-7708003C2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F9D-51F9-47B3-B2A7-4D373C5B6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00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E05B9-DFD3-D2EF-EF39-0F179409B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47E4C-D986-9CEC-3C69-4B3D875DA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575C6-7DC8-8995-5AFC-BF3C923BE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4E81-52DB-4785-A5D0-FA06182920B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FC1AF-9604-7F8E-6222-C1DF13E86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A8F3E-59D0-0D04-0614-E5AEE81CC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F9D-51F9-47B3-B2A7-4D373C5B6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983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21D5-43FD-48B4-60FF-27FEDB1C5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D63DB-4FF7-53C8-C8AD-DE7C982413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F53F0-1033-D065-E0FA-80541757D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BA593-142A-6592-FAC4-67AF61431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4E81-52DB-4785-A5D0-FA06182920B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2E8B9-1EB6-698B-E871-54868AFE6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4D539-AD05-B0A8-811F-BAA4F0D87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F9D-51F9-47B3-B2A7-4D373C5B6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91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C54CF-20A1-1C11-8785-1608B7F67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D22C6-6A92-9877-795B-310EF0F88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884614-1B33-9370-69A1-7E92EB288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2AF04A-451B-FCC2-7AE5-55C40FBB7D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8FD825-F93F-48CA-B8B9-E6E5D63EB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D91DE3-1421-9F9E-E184-78EEEA83C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4E81-52DB-4785-A5D0-FA06182920B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A64305-36F3-DBCD-85DE-7DFBC53C3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05ECBF-FC14-FDF7-C3BC-8504F04F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F9D-51F9-47B3-B2A7-4D373C5B6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230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2A9AF-FFD8-1BE0-A374-A1BA8ECEA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74D1C8-A667-4A26-5277-77B001DBB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4E81-52DB-4785-A5D0-FA06182920B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18DBF4-27BA-4491-9201-0A42ECBA4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BDB470-5425-B565-8F23-1A2622C9A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F9D-51F9-47B3-B2A7-4D373C5B6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778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0BF152-06F1-A934-F26C-444E8BA3D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4E81-52DB-4785-A5D0-FA06182920B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C8156D-4EB3-854B-1ECB-389B66964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338FC-D4DE-1482-5538-BC65537AA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F9D-51F9-47B3-B2A7-4D373C5B6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467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12FDD-04D5-BD7B-EADF-6FDC0BD55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99793-8D22-EC26-1DA2-1102A1DD0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F44A87-A29C-EBAA-410B-C84EE04D8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8A8D0-D66A-AF46-4DA0-3207A20A0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4E81-52DB-4785-A5D0-FA06182920B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367DA-904A-7A82-7F8C-69A561DBB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961FF1-8A85-A739-84F3-B4E0BCF1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F9D-51F9-47B3-B2A7-4D373C5B6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20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125C-3FDC-0DF7-AE4C-9AD66F97D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5B4597-654D-1A73-45F9-C2C2305CD6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806D7-65A2-CF82-EF30-78089FB0E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DFBB1-D0EB-A170-E93D-3B43FB398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4E81-52DB-4785-A5D0-FA06182920B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12E25-E1C4-F851-3836-32CBF0404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FAC03-7403-57B3-2FA1-4EC28BD9F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F9D-51F9-47B3-B2A7-4D373C5B6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49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2AA5F-3B31-2FF9-932D-18FB635DD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86673-4226-73C8-3E7A-1008CCBAF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6AC7E-1BCE-56AD-8834-D152DF838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4E81-52DB-4785-A5D0-FA06182920B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C643F-61DA-5E68-7E74-F079755A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A7D48-0B05-1B06-4F50-B7F84AA7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F9D-51F9-47B3-B2A7-4D373C5B6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330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7F4438-8A0F-8DAA-D3AC-A412BB56B7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E7C57B-9F6A-1FF3-9CE2-51740C409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3EED3-1AFA-7AF4-931A-B4C852EFB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4E81-52DB-4785-A5D0-FA06182920B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BED84-81D6-698C-08FE-E7FAE7680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B496A-9FC1-5B3D-9F4A-8743D3E80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F9D-51F9-47B3-B2A7-4D373C5B6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526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0AE0BE-D076-7085-A982-AD2D5F8ED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E77E5-7728-8494-F0B9-EFA0E973F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55193-1ECF-0300-F8C9-26DD4B2E00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A4E81-52DB-4785-A5D0-FA06182920B5}" type="datetimeFigureOut">
              <a:rPr lang="en-IN" smtClean="0"/>
              <a:t>19-09-2026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1AB10-D8C1-D6DB-2FF7-236AE3AB6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BD256-B2CB-4B2D-4373-12801D108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9EF9D-51F9-47B3-B2A7-4D373C5B60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367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6D693-A1A3-DC41-5471-9C99075546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6FFBE2-3187-69DD-3600-758B9C273C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563E9F-8DF0-5F19-3E19-32DE4D54C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036" y="723665"/>
            <a:ext cx="10005927" cy="541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119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9F7E7B-A56C-ED19-954F-C12D5EDC9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52" y="329708"/>
            <a:ext cx="11017696" cy="603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233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B554F1-5896-89D7-DF51-C41583D87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4" y="555636"/>
            <a:ext cx="12001571" cy="429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043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D9C98A-A882-394B-0EE8-747DD02D3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38" y="999661"/>
            <a:ext cx="11237972" cy="427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687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CE0AA3-9478-016C-C11F-7F86C4C1E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86367" cy="25681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451125-F50B-2E2E-80AE-77ABE6134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00" y="2760247"/>
            <a:ext cx="11065199" cy="365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392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84DD9D-3680-C2DE-D8C4-1807644CC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774" y="647459"/>
            <a:ext cx="7986452" cy="556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798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C7AC9E-4D56-90C7-7B7F-025349D88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7" y="831660"/>
            <a:ext cx="10088866" cy="441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56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2026-09-19T13:58:30Z</dcterms:created>
  <dcterms:modified xsi:type="dcterms:W3CDTF">2026-09-19T13:58:40Z</dcterms:modified>
</cp:coreProperties>
</file>