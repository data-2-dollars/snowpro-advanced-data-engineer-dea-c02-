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Fira Code" panose="020B0809050000020004" pitchFamily="49" charset="0"/>
      <p:regular r:id="rId45"/>
      <p:bold r:id="rId46"/>
    </p:embeddedFont>
    <p:embeddedFont>
      <p:font typeface="JetBrains Mono"/>
      <p:bold r:id="rId47"/>
    </p:embeddedFont>
    <p:embeddedFont>
      <p:font typeface="Plus Jakarta Sans"/>
      <p: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4:56:46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27728 7673 0,'53'0'281,"53"0"-250,35 0 1,-88 0-17,-18 0-15,1 0 16,17 0-1,-18 0 1,53 0 0,-53 0-1,36 0 1,-36 0 0,18 0-1,35 0 1,-35 0-1,-18 0 1,1 0 0,-19 0 15,36 0 0,-35 0-15,17 0-1,-17 0-15,17 0 16,0 0 0,1 0-1,-19 0-15,19 0 16,-19 0 0,19 0-1,-1 0 32,18 0-31,17 0-1,-17 0 1,0 0 0,-18 0 15,1 0-16,17 0 1,-36 0 0,89 0-1,-71 0 1,36 0 0,-1-18-1,-52 18 1,0 0-1,-1 0 1,1 0 0,0 0-1,-1 0 1,19 0 15,34 0-15,1 0-1,-1 0 1,-17 0 0,-18 0-1,18 0 17,-17 0-17,17 0 1,-18 0-1,-18 0 1,1 0 0,35 0-1,-35 0 1,17 0 15,0 0-15,-17 0 15,-1 0-15,19 0-1,-19 0 17,1 0-1,0 0-16,-1 0 48,-17-17 15,0-54-62</inkml:trace>
  <inkml:trace contextRef="#ctx0" brushRef="#br0" timeOffset="98760.04">15998 15469 0,'18'0'266,"0"0"-251,17 0 1,-17 0-1,35 0 1,-1 18 0,-34-18-1,17 0 1,1 0 0,34 0-1,-34 0 1,-1 0-1,0 0 1,0 0 15,-17 0-15,70 0 0,0 0-1,18 0 1,-18 0-1,-52 0 1,-1 0 0,0 0-1,18 0 1,-18 0 0,1 0-16,17-18 15,-18 18 1,0 0-1,18 0 17,-35 0-17,17 0 1,-17 0 0,-1 0-1,1 0 1,0 0-1,-1 0 1,1 0 0,35 0-1,-36 0 1,54 0 0,-53 0-1,17 0 1,71 0-1,-71 0 1,53 0 15,-53 0-31,18 18 16,18-18 0,-18 0-1,-36 0-15,19 0 16,-19 0-1,36 0 1,-17 0 0,34 0-1,18 0 1,-52 0 0,-1 0-1,0 0 1,0 0-1,-17 0 1,0 0 15,-1 0-15,36 0 0,-35 0-1,0 0 1,17 0-1,0 0 1,0 0 0,1 0-1,-1 0 1,0 0 0,18 0-1,-35 0 1,17 0-1,0 0 1,1 18 15,-19-18-15,1 0-16,0 0 16,-1 0-1,1 0 16,-1 0-15,36 0 0,-35 0 46,0 0-31,-1 0 1,1 0-1,0 0 1594,-1 0-1609,18 0-1,36 0 1,17 0-1,-17 0 1,-18 0 0,17 0 15,-34 0-15,16 0-1,19 0 1,-36 0-1,1 0 1,-1 0-16,0 0 16,0 0-1,18 0 1,53 0 0,-53 17-1,53-17 1,-36 0-1,-17 0 1,-35 0 0,35 0-1,-18 0 1,0 0 0,54 0-1,-36 0 1,-18 0-1,18 0 1,-18 0 0,18 0-1,18 0 1,-54 0 0,18 0-1,1 0 1,17 0-1,-18 18 17,18-18-17,17 0 1,-52 0 0,0 0-1,35 0 16,-36 0-15,36 0 0,-18 0-16,-17 0 15,53 0 1,-36 0 15,-17 0-15,-1 0-1,18 0 1,-17 0 15,53 0-15,-1 0 0,1 0-1,-1 0 1,-17 0-1,-17 0 1,-1 0 0,18 0-1,-36 0 1,19 0 0,52 0-1,-35 0 1,0 0-1,0 0 17,-1 0-1,-34 0-15,0 0-1,-1 0 16,1 0 1,0 0-17,-1 0 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4:59:27.3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8114 10813 0,'-18'0'313,"-17"17"-282,0 1 0,35 0 1,-18-18 14,0 0-30,1 17 0,-1-17-1,18 18 1,-18-18 31,18 17-32,-17 1 79,-1-18 0,1 18-63,-1-18-15,-17 0 15,17 0 32,0 0-32,1 0 16,17 17 0,-36 36-32,1 35 1,0-52-1,17-19-15,18 1 63,0 0-47,0-1 46,0 1-46,0 17-1,-17-17 1,17 35 0,0-36-1,0 36 16,0-35-15,17 0 15,19 17-15,-19-17 0,1-1-1,-1 1-15,19 17 16,34-17-1,-34 17 1,-1 0 0,0-17-1,0 0 1,-17-1 0,35 1-1,0-1 1,17-17-1,-17 0 1,-17 0 0,17 0-1,-1 18 1,1-18 0,0 0-1,0 18 1,0-18-1,-18 0-15,18 0 16,18 0 0,17 0-1,0 0 1,18 0 0,-88 0-16,52 0 15,-34 0 1,34 0-1,54 0 1,-54 0 15,18 0-15,-35 0-16,0 0 16,35 0-1,1 0 1,-72 0-16,54 0 15,35 0 1,-53 0 0,-1 0-1,-16 0 1,-1 0 0,0 0-16,71 0 15,-35-18 1,-1 0-1,-17 18 1,-35 0 15,-1 0-15,1 0 0,35-17 30,-35-1-30,-1 1 0,-17-1-1,18 18 1,-18-35 46,0 17-30,0 0-1,0 1 0,0-1 0,0 0-15,0 1 47,0-1-32,0 1 0,0-1 0,0 0 32,0 1-16,0-1 31,0-17 0,0-1 0,0 19-31,-18 17 531,18-35-531,0 17-16,-17 0 16,-1 18-16,0 0 16,18-35-16,-17 35 1,-1-18-17,0 1 17,1 17-1,-1 0 31,-17-18-30,17 0-17,1 18 1,-1 0 15,0 0 16,18-17-31,-35 17-1,17 0 1,1 0 15,17-18 0,-18 18 16,18-18 31,-35 1-46,0-1-17,-18 18 1,-53-53-1,-18 18 1,71 17 0,-35 1-1,53-1 1,17 18 0,1 0-1,-1 0 16,0 0 1,1 0-1,-71 0-15,-18 0-1,0 0 1,18 0-1,35 0 1,-18 0 0,54 0-1,-1 0 1,-123 0 0,35 18-1,-17-1 1,17-17-1,53 18 1,17-18 0,-16 0 15,34 0-15,0 0-1,1 0-15,-36 0 16,-18 0-1,-17-18 1,53 18-16,-36 0 16,1-17-1,-36 17 1,53 0 0,18-18-1,-18 18 1,35 0 15,18-18 16,-18 18-31,18-17 30</inkml:trace>
  <inkml:trace contextRef="#ctx0" brushRef="#br0" timeOffset="5346.06">15205 10301 0,'35'0'250,"0"0"-235,18 0 1,0 0 0,-18 0-1,36 0 1,-53 0 0,17 0-1,18 0 1,0 0-1,17 0 1,18 0 0,-35 0 15,-17 0-15,-1 0-1,-17 0 1,52 0-1,-35 0 1,18 0 0,-17 0-1,-1 0 1,-18 0 0,36 0-1,0 0 1,18 0 15,-18 0-15,-18 0-1,0 0 17,1 0-17,-19 0 1,19 0-1,-1 0 1,18 0 0,-18 0-1,-17 0 1,70 0 0,-53 0-1,0 0 1,54 0-1,-54 0 1,35 0 15,-17 0-15,-17 0 0,-1 0-1,18 0 1,-18 0-1,0 0 1,1 0-16,-1 0 16,35 0-1,1 0 1,-18 0 0,18 0-1,87 0 1,-34 0-1,-18 0 1,-1 0 0,-34 0 15,-18 0-15,35 0-1,-17 0 1,-18 0-1,35 0 1,-53 0 0,18 0-1,-35 0-15,70 0 16,0 0 0,-17-18-1,-19 18 1,-16 0-1,17 0 1,35 0 0,-35 0 15,35-17-15,-35 17-1,17-18 1,-17 18-1,-17 0 1,-19 0 0,1 0-1,17 0 17,-17 0-17,-1 0 1,1 0-1,0 0 1,-1 0 31,54-17-31,-53 17-1,17 0 1,-18 0-1,1 0 32,0 0-15,-1 0-17,19 0 1,34-18-1,-17 18 1,-35 0 0,-1 0-16,1 0 15,17 0 17,-17 0 14,17 0-14,-17 0-1,0 0 16,-1 0-32,-17-18 48,0 1-32,0-1 0,0 0 1,0 1-17,0-1 1,0 0 0,-17 18-1,17-35 1,0 18-1,0-1 1,-18 18 0,18-18-1,-18 1 1,18-1 0,-17 18 15,17-18-16,-18 1 1,18-1 0,0 0-1,0 1 17,-18-36-17,1 35 1,17-35-1,-18 53 1,18-17 15,0-1 32,0 0-32,0 1 32,0-36-32,0 0 0</inkml:trace>
  <inkml:trace contextRef="#ctx0" brushRef="#br0" timeOffset="9163.18">24818 10954 0,'35'0'250,"0"0"-235,54 17 1,52-17 0,-18 18-1,-70-18 1,35 18 0,-35-18-1,18 0 1,-18 0-1,-36 0 1,1 0 0,35 0-1,0 0 17,0 0-17,35 0 1,-53 0-1,18 0 1,-18 0 0,-17 0-1,88 0 1,-53 0 0,0 0-1,35 0 1,-18 0-1,1 0 1,-18 0 0,0 0-1,-35 0 17,34 0-17,19 0 1,-36 0-1,1 0 1,-19 0 0,71 0-1,-17 0 1,-1 0 0,-17 0-1,-35 0 1,35 0-1,35 0 1,-17 0 0,-36 0-1,18 0 17,-35 0-17,17 0 1,0-18-1,0 18 1,18-18 0,0 18-1,-35-17 1,17 17 0,-17 0-1,-1 0 16,1-18 1,0 18-17,-18-18 17,0 1-1,17 17-16,-17-18 32,36 1-31,-1-1-16,0 18 16,0-18-1,1 1 1,-19 17-1,1-18 1,-18 0 109,0 1-94,0-1 16,0-17-16,0 0 16,0 17 16,0 0-32,0 1 0,0-1 1,0 0-1,0 1 0,0-1 63,0 0-47,0 1-16</inkml:trace>
  <inkml:trace contextRef="#ctx0" brushRef="#br0" timeOffset="12544.49">24589 10407 0,'0'18'281,"0"-1"-250,0 1-15,0 35-1,0-36 1,0 19 0,0-19-1,0 1 17,0 17-17,0 1 1,0-19-1,0 1 1,0-1 0,0 19-1,0-1 1,0-17 0,17 17-1,-17-17 1,18 34-1,-18-34 17,0 0-1,0-1 0,0 1 16,18-18-31,-18 18 15,17-18-15,1 17-1,-1 1 16,1-18 16,0 0-31,-1 0 31,1 0-32,0 0 17,-1 0-17,1 0 17,0 0-1,17 0 78,-35-18 32</inkml:trace>
  <inkml:trace contextRef="#ctx0" brushRef="#br1" timeOffset="141929.84">2240 13088 0,'-106'18'219,"0"-1"-203,-123 19-1,123-1 1,89 0 15,-1-17-15,18-1-1,0 1 1,0 0 31,0-1-16,0 19 63,0-19-47,0 1 15,0 35-30,0-18-1,0 0-16,0-17 1,18 17 0,-18 1 15,17 34-15,-17 1 15,18-18-16,-18-36 1,18 19 0,-1 52-1,-17-35 1,18 35 0,17 0-1,-17 0 1,17-53-1,18 18 1,-35-17 0,-1-1-1,1-17-15,0-1 16,17 19 0,-18-19 15,1-17-31,17 53 15,-17-35 1,0-18-16,17 17 16,-17 19-1,-1-19 1,18-17 0,-17 18-1,53 17 1,52 0-1,-52 1 1,17-19 0,35 1-1,-34 0 1,-19-18 15,-35 0-31,71 35 16,35-17-1,-17-18 1,-54 17-16,71 1 16,-17-18-1,-1 0 1,-52 0 0,17 0-1,53 0 1,-88-18-1,53 18 1,35-17 0,-35-19-1,17 19 1,-70 17 0,53 0-1,18-18 1,-36 18-1,-35 0-15,17 0 16,36 0 0,0-18-1,-53 1-15,53 17 16,53-18 0,-36 0-1,71 1 1,-88 17-1,-18-18 1,-35 18-16,53 0 16,-36 0-1,71-17 17,1-1-17,16 18 1,36-18-1,-70 1 1,-1 17 0,54-36-1,-71 19 1,-18 17 0,-18-18-16,36 18 15,0 0 1,70-18-1,18-52 1,-88 70 0,18-18-1,17 1 1,-53-1 0,18 0 15,35 18-16,-53 0 1,18 0 0,-53-17-16,35 17 15,-53 0 1,71-18 0,-53 18-1,18-18 1,17 18-1,0 0 1,-17-17 0,-1 17-1,-17 0 1,18-18 15,-18 18-31,35 0 16,-35-18-1,35 18 1,-53 0-16,53-17 16,-35-1-1,35 18 1,-17-17 0,35 17-1,17-18 1,-87 18-1,16-18 1,37 1 0,-54-1-1,18 0 1,-18 1 15,0-1-15,1 18-1,-36-18 1,17 18 0,1 0 15,-18-17-15,18 17-1,-1-18 1,1 1 15,-18-1 0,18 18-15,-18-18 31,0 1-32,0-1 1,17 0 0,-17 1-1,0-1 1,0 0 0,0-17-1,0 18 1,0-1-1,0 0 1,0 1 15,0-1-15,0 0 0,0 1 15,0-19-16,0 19 1,0-1 0,0-17-1,0 17 1,0-35 0,0 18-1,0-18 1,0 18-1,0 17 1,0-17 0,-17 0-1,-1 17 1,-17-35 0,17 0 15,0 18-16,-17-53 1,-18 35 0,0-53-1,-17 18 1,-1 35 0,53 18-1,-17-1 1,18 36-1,-1 0 1,0-35 0,-35 35-1,0-18 1,18 1-16,-71-19 31,0 19-15,-105-18-1,87-1 1,1 36 0,-18-17-1,-71-1 1,89 18 0,-36-35-1,35 17 1,-17 18-1,-35-18 1,0 18 0,70-17-1,53 17-15,-71 0 16,36-36 0,35 36 15,-88 0-16,18 0 1,-36 0 0,18 0-1,17 18 1,-34 0 0,34-18-1,36 17 1,0-17-1,35 0 1,0 0 0,35 0-16,-52 18 15,-1-18 1,18 0 0,18 0-16,-36 0 31,36 0-16,-53 18 1,17-1 0,-52-17-1,-1 18 1,36-18 0,-35 18-1,-36-1 1,53 1-1,-35-18 1,-35 18 0,-1-1-1,36-17 1,71 18-16,-107-18 16,54 0 15,70 17-31,0-17 15,-106 0 1,106 0 0,0 0-1,36 0-15,-19 0 16,-52 0 0,0 0-1,-18 0 1,36 0-1,-1 0 1,36 0 0,-1 0-1,-52 18 1,-18-18 0,18 18 15,-18-1-16,53-17 1,18 0 0,-53 36-1,35-36 1,0 35 0,18-35-16,0 0 15,-1 0 1,-17 18-1,1-18-15,-54 35 16,17 0 0,-16-17-1,69-1 1,1 1 0,0-18 15,17 0-16,1 18 1,-54-18 0,53 0-1,-17 17 1,-35 19 0,17-19-1,35-17 1,0 0-16,-17 0 15,35 35 1,-18-35 0,-17 0-1,17 0 1,-34 36 15,16-36 0,19 17-15,-1 1 0,-17 0-1,17-1 1,0-17 15,18 18-15,-17-18-1,17 18 267</inkml:trace>
  <inkml:trace contextRef="#ctx0" brushRef="#br1" timeOffset="172389.82">8008 14693 0,'124'159'188,"264"176"-172,-212-211-16,89 87 15,-54-70 1,-52-35-1,-71-88 1,18-18 0,264 17-1,389 72 1,-371-19 0,-71-17-1,-211-35-15,0-18 16,18 0-1,175-106 17,-52 0-32,0-35 31,230-194-15,-248 211-1,-159 36 1,1 35-1,-71 18 1,18 35 0,-1 0 31,19 0-1,87-88-30,-52 35 15,-19 35-15,-52 1-16,18-1 31</inkml:trace>
  <inkml:trace contextRef="#ctx0" brushRef="#br1" timeOffset="174622.19">7902 14393 0,'141'547'172,"89"-71"-157,334 406 1,-176-458 15,-106-177-15,-35-71 0,-106-123-16,1-35 15,246-1 1,511 54-1,-423-36-15,442 194 16,-230-70 0,-459-106-16,53 70 15,-106-34 1,-87-36 0,211-89-1,299-52 1,19-35-1,316-265 1,-404 141 15,-19-18-15,336-211 0,-283 141-1,-17 35 1,-282 194-16,176-70 15,-71 52 1,89-88 0,-230 142-1,-70-18 1,52-1 0,-140 19-1,-36 35 1,0 17-1,265-229 48,-176 141-47,-36 36-1,53 17 1,-70 17-1,-18 19 1,-18-1-16,0 18 31,-52 0 235</inkml:trace>
  <inkml:trace contextRef="#ctx0" brushRef="#br1" timeOffset="176077.27">22260 13988 0,'106'0'203,"106"0"-187,70 0-1,-159 17 1,1 1-1,-36 0 1,-70 17 0,17-18-1,-35 1 1,0 0 15,0-1 47,0 1-62,-35 0 0,17-1-1,-35 19 1,18 34-1,-36-35 1,54 1 0,-19 17-1,1-18 1,-18 88 0,53-87-1,-17 17 1,-1-18-1,0 0 1,18-17 31,0-36 31,0-70-62</inkml:trace>
  <inkml:trace contextRef="#ctx0" brushRef="#br1" timeOffset="178421.75">13353 14781 0,'35'0'235,"35"-17"-220,89-1 1,-53 18-1,0 0 1,17 0 0,-105 18-1,35-1 1,-35 1 0,-18 0 15,0 17 0,0 0-15,0 0-1,0 1 17,0 34-17,0-17 1,0-17-1,0-1 1,0 0 0,0-17-1,0-1-15,0 1 16,0 17 0,0-17-1,0 35 1,0-36 15,0 1-31,0 0 63,0-1-32,0 1 16,0 0-32,0-1 17,17-34-1,-17-1-16</inkml:trace>
  <inkml:trace contextRef="#ctx0" brushRef="#br0" timeOffset="198832.35">12312 12594 0,'-18'0'266,"18"35"-250,-17-17-16,-1-18 15,0 0 1,18 18 0,0-1-1,0 1 32,0 17-16,0 36-15,0-18 0,0 35 15,0-53-16,0 0 1,0 1 0,0-1-1,0 18 1,0 0 0,0-18-1,18 0 1,0-17-16,-1 35 15,-17-18 1,0-17 0,18 35-1,0-36 1,-1 19 0,1-36-16,-18 35 31,35 0-16,0 18 1,18-18 0,-35-17-1,17 53 1,-17-71 0,17 17-1,-35 1 1,35 17-1,-17-35 1,0 18 0,-1 0-1,19-1 1,-19-17 15,19 0-15,-19 18-1,18-18 1,1 17 0,-19 1-1,1-18 1,0 0 0,-1 18-1,1-18 48,0 0-32,-1 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3:04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7885 8714 0,'52'0'297,"125"-18"-281,176-17-1,-106-18 1,-71 53 0,36-18-1,-89 18 1,1 0 0,175-18-1,-140 18 1,0-17-1,53-1 1,-54 1 0,1-1-1,-71 18 1,18 0 0,0 0-1,-53 0 1,-18 0-1,0 0 17,-17 0-1,0 0 0,-1 0-15,36 0-1,0 0 1,0 0 0,71 18-1,-71-18 17,-18 17-17,-18-17-15,19 0 31,52 0-15,0 18-16,88-18 16,-52 17-1,17 1 1,-106 0 0,-17-18-1,0 0-15,-36 0 172</inkml:trace>
  <inkml:trace contextRef="#ctx0" brushRef="#br0" timeOffset="1546.84">11218 7779 0,'106'106'203,"123"70"-187,-87-53-1,-1-70 1,-141-35 0,53 0-1,0-1-15,17 19 16,54 16 0,-89-34-1,18 17 1,-18-17-1,0 0 1,-17-1 15,-18 1 110,-35 17-110,17-17-31,-53 52 31,19 1 1,-125 105-1,36-17-15,70-18-1,-34-17 1,34-18-1,36-71 1,17-18 0,1-17-1</inkml:trace>
  <inkml:trace contextRef="#ctx0" brushRef="#br0" timeOffset="3532.28">10231 7673 0,'-18'35'250,"0"53"-234,1-35-1,17 35 1,0-35-16,0-17 15,0 17 1,0 0 0,0-18-16,0 35 15,0 36 1,0-35 0,0-18-16,0 17 15,0 36 1,0-53-1,0-35-15,0 17 16,0-17 0,0-1-1,0 1 17,17 35-1,-17-18-16,18 36 1,-18-19 0,0-34-1,0 0 1,18 35 0,-18-36-1,0 1 16,0 0-15,0-1 15,0 1 16,0-36 16,17-70-48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16:18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30551 10001 0,'52'88'203,"72"89"-188,-71-142 1,-18 18 0,-35-35-1,18-71 157,-1 35-156,72-158 15,122-177-15,-52 88 15,-36 107-15,-87 122-16,-1-34 15,-17 17 1,-1 53-1,1 0 17</inkml:trace>
  <inkml:trace contextRef="#ctx0" brushRef="#br0" timeOffset="13059.83">18556 9807 0,'212'0'218,"511"0"-202,-406 0 0,-87 0-1,-19-35 1,160-18-1,-107 53 1,89-18 0,247-52-1,-265 17 1,0 0 15,71 35-15,-159 18-1,-106-17 1,-70 17-16,175 0 16,-69-18-1,140 18 1,-158 0 0,70 0-1,107 0 1,-107 0-1,-17 0 1,52 0 0,-88 0-1,1 18 1,123-1 15,-71 19-15,18-1-1,-106-35-15,53 0 16,35 0 0,1 0-1,-1 0 1,71 0 0,-141 0-1,17 0 1,18 0-1,53 0 1,-106 0 0,36 0-1,52 0 1,-53 0 15,71 0-15,-70 0-1,-72 0 1,-16 0 0,-54 0-16,35 0 15,-34 0 1,211-18 0,-89 18-16,89-35 15,-17 17 1,175-52-1,-264 52 1,-88 18 0,-17 0-1,-19 0 1,1 0 62,35 0 0,-18 0-62,18 0-1,-35 0 1,-1 0 0,-17 88 1031,-35 212-1016,-36 124-16,54-125-15,-18 160 16,35-53 0,17-106-1,1 70 1,-1-211 0,19 88-1,-19-124 1,-17-35-1,18 18 1,-18-53 0,0-18-1,18 36 1,-18-53 15,0 34 0,0-16-15,0 70 0,0 17-1,0-88 1,0 1 0,0-19 62,0 1 47,-18-18 15,18-18-108,0 1-1,0-1 0,0 0-15,0 1 15,-35 17 0,17 0 63,-829-18-63,495 18-15,140 18-1,177-18 1,17 0 0,-70 0-1,-124-53 1,1 0 0,-125 18-1,160 17 1,-36 0-1,1 18 1,70 0 0,52 0-1,54 0-15,0 0 16,17 0 31,-158 0-32,-459 36 1,106-36 0,423 0-1,53 17 1,0-17 0,35 0-1,-17 0 16,-1182 282-15,229 1 0,618-195-1,317-35 1,-229 53 15,211-71-31,-35 0 16,36-17-1,-1-1 1,-35-17 15,-52-35-15,34 18 0,18-1-1,-53-17 1,71 17-1,-18 0 1,-17 1 0,-71 17-1,-300 35 17,229-17-17,124-18 1,36 17-1,-1-17 1,70 0 0,19 0-1,-213 71 17,-845 282-17,775-300 1,194-36-1,88-17-15,1 0 16,-177 18 93,52-1-93,-52 1 0,53 0-1,88-18 1,36 0 15,-1-36 0,-88-140-15,18 53 0,17-36-1,54 88 1,-18-17 15,17 53-31,0-36 16,18-70-1,-35-35 1,17-71 0,-17 123-1,35 18 1,-35-52 0,17 70-1,18 35 1,-35-141-1,17 88 1,1 0 0,-19-70-1,1 70 1,0-124 15,35 89-15,0-17-1,0 87-15,0-35 16,0-17 0,0 34-1,0 19 1,0 35 0,0-18-1,0-71 1,-18 36-1,18 18 1,-17-19 0,-1 54-1,18 0 1,0 17-16,0 0 62,0 1 17,0-1-64,0-17 1,-18-53-1,18 35 1,0 35 0,0 1-1,0-1 1,0 0 31,0 1-16,0-36 16,0 0-31,0 0-1,18 18 1,-18-18-1,0 35 32,0 0-15,18 18 14,-1 0-14,1 0-17,-1 0 17,1 0-1,0 0-16,-1 0 17,1 0 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17:56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3052 11606 0,'229'71'234,"-123"-18"-218,70-18 0,-17-17-1,-71-1 1,0 1-1,-35-18 1,35 0 0,-35 0-1,88 0 1,-88 0 0,88 0-1,-35 0 1,-18 0-1,-70 0 1,88 0 0,-18 0-1,0 0 1,18 0 0,-35 0-1,34 0 1,-87 0-16,53 0 15,-1 0 1,-35 0-16,54 0 16,-36 0-1,0 18 1,35-18 0,0 17-1,-18 1 1,1 0-1,0-1 17,-36-17-17,35 0 1,-17 0 0,0 18-1,0 17 1,-18-35-1,36 0 1,17 0 0,-35 0-1,35 0 1,-52 0 0,52 0-1,71 0 1,-89 0-1,36-17 17,0 17-17,-71 0 1,18 0 0,17 0-1,36-18 1,0 0-1,-35 18 1,-36-17 0,18 17-1,-35 0-15,-1 0 16,54 0 0,17-18-1,-35 18-15,35 0 16,-17 0-1,-18 0 17,-18-18-17,-18 18 1,1 0 15,0 0-15,-1 0 15,1 0 0,0 0-15,-1 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24:08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3104 7549 0,'71'0'218,"176"0"-186,-177 0-17,19 0 1,-36 0-1,0 0 1,17 0 0,-35 0 15,18 0-15,18 0-1,17 0 1,-17 0-1,17 0 1,-35 0 0,17 0-1,36 0 1,18 18 0,-72-18-1,54 18 1,-53-18-1,-18 0 1,-17 0-16,35 0 16,-18 0 15,36 17-15,-1-17-1,-17 0 1,71 18-1,-89 0 1,53-18 0,0 17-1,-35-17 1,-17 0 0,52 0-1,-35 0 1,0 0-1,35 0 1,-53 18 0,36-18 15,-1 0-15,1 0-1,-1 0 1,19 18-1,16-18 1,-16 0 0,-54 0-1,53 0 1,71 0 0,-53 0-1,-36 0 1,89 0-1,-71 0 1,-53 0 0,18 0 15,18 0-15,-18 0-1,-36 0-15,72-18 16,-1 0-1,88-17 1,-88 17 0,-35 1-1,36-19 1,-54 36 0,-18 0-1,36 0 1,-35 0-1,17 0 1,1-17 0,-1 17 15,35 0-15,-52 0-16,0 0 15,17 0 1,-17 0-1,-1 0 17,1 0-1,0 0 63,-18 17-32,-18-17 48</inkml:trace>
  <inkml:trace contextRef="#ctx0" brushRef="#br0" timeOffset="5416.17">15258 7585 0,'53'0'313,"-1"17"-282,-16-17 0,17 18 1,-18-18-17,-17 18 1,34-18-1,1 0 1,-17 0 0,52 0-1,-53 0 1,36 0 0,-18 0-1,-36 0 1,1 0-1,35 0 1,0 0 0,-18 0-1,18 0 17,0 0-17,-18 0 1,53 0-1,-70 0 1,17 0 0,18 0-1,-35 0 1,-1 0 0,36 0-1,-35 0 16,17 17-15,-17-17 0,17 0 15,-17 0-15,52 0-1,-34 0 1,-1 0-1,-17 0 1,17 0 0,-18 0-1,1 0 1,0 0-16,17 0 16,-17 0-1,52 0 1,-34 0-1,16 0 1,1 0 0,-17 0-16,-1 0 15,0 0 17,53 0-17,-70 0 1,53 0-1,34 0 1,1 0 0,-35 0-1,-18 0 1,-18 0 0,-17 0-1,17 0-15,18 0 16,17 0-1,-34 0 1,17 0 0,17 0-1,18 0 17,-52 0-17,-19 0 1,71 0-1,-17 0 1,17-17 0,0 17-1,-17 0 1,-36 0 0,0 0-1,-17 0 1,35 0-1,18 0 1,-36-18 0,0 18-1,18 0 17,-35 0-17,-1 0 1,36-18-1,88 1 1,18-1 0,-35 0-1,-89 1 1,0 17 0,-17 0-1,17 0 16,36-18-15,-18 18 0,17-17-1,-35 17 17,-17 0-17,0 0-15,17 0 16,-17 0-1,-1 0 17,1 0-17,-1 0 17,19 0-17,-1 0 1,0 0-1,-17 0 1,0 0 0,-18-18 62,17 0-47,-17 1-15,0-1-1,0 0 32,0 1-16,0-1-15,0 0 47,0 1-17,0-1-14,0 0-1,0 1-15,0-1 77,0 1-30,0-1-32,-17 18-15,17-18 46,0 1-31,0-1 1,-18 18 15,18-18 31,-18 18-47,18-35-15,0 17-1,0-17 1,0 18-16,0-1 15,0-17 17,0 17 15,-17 18 62,-1 0-78,18-18 110,0 1-126</inkml:trace>
  <inkml:trace contextRef="#ctx0" brushRef="#br0" timeOffset="7198.68">22913 7655 0,'282'71'235,"-229"-54"-220,88-17 1,-70 0 0,-36 0-1,88 0 1,-52 0 0,17 0-1,-35 0-15,35 0 16,53 0-1,-52 0 1,16 0 0,-34 0-1,-53 0 17,70 0-17,-18 0 1,1 0-1,70 0 1,-70 0 0,-1 0-1,-35 0 1,1 0 0,17 0-1,-18 0 1,-17 0-1,17 0 1,-18 0 0,1 0 31,0 0-16,-18-17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25:01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7761 9490 0,'441'0'203,"335"0"-187,-282 0 0,-229-18-1,35 0 1,-230 1 0,1 17-1,-36 0-15,53-18 16,-53 18-1,18 0 1,-35 0 15,0 0-15,-1 0 0,1 0 15,-1 0 0</inkml:trace>
  <inkml:trace contextRef="#ctx0" brushRef="#br0" timeOffset="1894.17">3387 12612 0,'723'70'203,"-265"-34"-172,-211-19-15,-176-17-1,105 0 1,-105 0-1,-53 0 1,-1 0 0,1 0-1,-1 0 48,1 0-32,-18 18 63</inkml:trace>
  <inkml:trace contextRef="#ctx0" brushRef="#br0" timeOffset="4629.26">6985 12771 0,'53'35'234,"-18"-18"-218,18 1-16,18 0 16,-36-18-1,88 17 1,-87 1 0,17-18-1,0 0 1,-1 0-1,-34 0 1,35 0 0,-18 0 31,1 18-32,-1-18 1,0 17-1,-17-17-15,35 18 16,0-18 0,-18 0-1,18 0 1,0 0 0,0 0-1,-18 0 1,0 0-1,53 0 1,-35 0 0,18 0 15,52 18-15,-52-18-1,-1 0 1,72 0-1,-90 0 1,19 0 0,35 0-1,-53 0 1,-18 0 0,0 0-16,1 0 15,-1 0 1,35 0-1,1 0 1,0 0 0,52 0 15,-88 0-15,1 0-16,-19 0 15,18 0 1,-17 0-1,0 0 1,52 0 0,-34 0-1,-1 0 1,88 0 0,-17 0-1,-53 0 1,0 0-16,35-18 15,0 18 1,18 0 15,-88 0-31,52 0 0,-52 0 32,35 0-17,-35 0 1,-1-18 156,36 18-141,-35 0 0,-1 0 0,-17-17 16,0-1 0,0 0 63,0-17-79,0 17-16,0 1 1</inkml:trace>
  <inkml:trace contextRef="#ctx0" brushRef="#br0" timeOffset="17200.59">15646 12629 0,'53'18'218,"17"0"-202,36-18 0,0 0-1,-18 0 1,0 0-1,-17-18 1,-1 18 0,1-18-1,-18 18 1,-18-17 15,18 17-15,18-18-1,-54 18 1,18 0-16,1 0 16,-19 0 15,19 0-15,-19 0 15,1 0 47,70 0-47,-70 18-15,-1-18-1,19 0 1,-19 0 0,19 0 15,-19 0-15,19 17-1,-19-17 1,1 0-1,17 0 1,0 0-16,1 0 31,-1 0-15,0 0-16,36 0 31,-1-17-15,107 17-1,-71 0 1,17 0 0,36 0-1,-71 0 1,18 0 0,-18 0-1,-35 0 1,-35 0-1,-1 0-15,18 0 16,1 0 0,-1 17-1,18-17 17,-35 0-17,17 18 1,18 0-1,-18-18 1,36 17 0,-36 1-1,0-18 1,-17 0 0,17 0-1,-17 18 1,-1-18-1,19 0 1,-1 0 0,-17 0-16,52 17 15,-35-17 17,1 0-17,-1 0 1,-17 0-1,-1 0 1,1 0 0,-1 0-1,1 0 1,88 0 0,-53 0-1,35 18 1,0-18-1,-17 0 1,-18 18 0,-36-18-1,19 0 1,-19 0 15,1 0-15,0 0 31,17 0-32,-18 0-15,54 17 16,-18-17 0,0 0-1,-18 0-15,0 0 16,1 0-1,-1 0 1,0 0 15,-17 0 1,0 0-17,-1 0 63,18 0-62,18 0-16,88 0 16,-52 0-16,-1 0 15,-18 0 1,1 0-1,-53 0 1,-1 0 0,1 0-1,0 0 79</inkml:trace>
  <inkml:trace contextRef="#ctx0" brushRef="#br0" timeOffset="21459.8">24007 12612 0,'52'17'250,"107"1"-234,0 0 0,-89-18-1,-17 0-15,18 17 16,-18-17 0,88 0-1,-106 0-15,106 0 16,-17 0-1,-54 0 1,-34 0-16,34 0 16,-34 0-1,-1 18 1,0-18 15,-17 0-15,-1 0-1,1 0 1,17 0 0,89 0-1,34 0 1,-34 0 0,-71 0-16,53 0 15,-53 0 1,-36 0-1,1 0-15,0 0 32,-1 0 61,-17-18-14,-35 1-64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26:21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24112 9402 0,'212'0'219,"176"35"-188,-317-35 0,-1 0-15,1 0-1,17 0 1,-70 0-16,70 0 16,0 0-1,-17 0 1,52 17 0,-35-17-1,-35 0 1,53 18-1,-53 0 1,17-18 0,-52 0-16,35 0 15,-18 0 1,36 0 15,-36 0-15,18 0-1,18 0 1,-54 0 0,18 0-1,1 0 1,17 17 0,35-17-1,-18 0 1,-52 0-1,17 0 1,-17 0 47,0 0-48,-1 0 16,1 0-15,17 0 0,0 0-1,54 0 1,-36 18 0,17-18-1,-35 0 1,18 0-1,-35 0 17,35 18-17,-18-18 1,-17 0 15,-1 0-15,1 0 31,0 0-16,-1 0-15,1 0 46,17 0-46,18 17-1,-18-17 1,1 0 0,-1 0 15,-17 0 16,-1 0-16,1 0-15,0 0-1,-1 0 16,1 18 1,-1-18 46,1 0 62,0 0-108,-1 0 15,36 0-16,-35 0-16,0 0 17,-1 0 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28:00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4692 2364 0,'18'0'282,"17"0"-267,-18 0 1,19 0-1,-19 0-15,1 17 16,0-17 0,17 0-1,0 0 1,36 0 0,-36 0-1,18 0 1,0 0-1,70 0 1,-52 18 0,-36-18 15,71 0-15,-88 0-1,35 0 1,35 0-1,-35 0 1,53 0 0,-71 0-16,71 0 15,-1 0 1,-16 0 0,34 0-1,-35 0 1,1 0-1,-19 0 1,-17 18 0,53-18 15,-71 0-15,18 0-1,35 0 1,-35 0-1,0 0 1,71 17 0,-19-17-1,1 0 1,-53 0-16,35 18 16,1-18-1,-37 0 1,-16 0-16,-19 17 15,19-17 1,-1 0 0,-17 0-1,52 0 1,1 0 0,-1 0-1,-35 0 1,-17 0-1,17 0 1,-17 0 31,-18-17 62,0-1-77,0 1-17,0-19 16,-18 19-15,1-1 0</inkml:trace>
  <inkml:trace contextRef="#ctx0" brushRef="#br0" timeOffset="2891.32">4957 8343 0,'35'0'266,"388"18"-235,-282-18-15,-17 0-1,-36 0 1,-35 0-1,-36 0 1,36 0 0,18 0-1,-18 0 1,0 0 0,-18 0-1,-17 0 1,-1 0 31,1 0-16,17 0-15,-17 0-1,0 0-15,52 0 16,18 0-1,0-18 1,-52 18-16,-1-17 16,36 17-1,-54 0 1,1-18-16,-1 18 16,1 0 15,0 0-16,17 0 1,0 0 0,1 0-1,-19 0 17,36 0-32,-18 0 15,-17 0 1,17 0-1,-17 0 1,0 0 15,-1 0 16</inkml:trace>
  <inkml:trace contextRef="#ctx0" brushRef="#br0" timeOffset="8615.35">3087 12294 0,'159'0'219,"70"0"-203,-159 0 15,-17 0-31,0 0 16,0 0-1,53 0 1,-18 0-1,-35 0 1,0 0 0,-35 0-16,-1 0 15,19 0 1,-1 0 0,35 0-1,-52 0 1,17 0-1,-17 0 1,0 0 0,-1 0 31,1 0-16,0 0 16,17 0-32,-53 0 63</inkml:trace>
  <inkml:trace contextRef="#ctx0" brushRef="#br0" timeOffset="10666.6">7426 12435 0,'53'0'266,"0"0"-250,-36 0-1,19 0 1,-1 0-1,18 0 1,-18 0 0,18 0-1,-18 0 1,-17 0 15,0 0-15,35 0-1,-1 0 1,19 0 0,-36 0-16,-17 0 15,17 0 1,-17 0 0,0 0-16,17 0 15,18 0 1,53 0-1,-36 0 1,1 0 0,-18 0-1,-18 0 1,18 0 15,-18 0-15,0 0-1,18 0 48,0 0-32,0 0 0,-35 0 1,-1 0-1,1 0-15,0 0 15</inkml:trace>
  <inkml:trace contextRef="#ctx0" brushRef="#br0" timeOffset="21479.66">20779 8202 0,'211'0'266,"36"0"-235,-106 0 0,0 0-15,-123 0 15,17 0-15,-17 0 15,0 0-15,35 0-1,-1 0 1,37 0 0,-1 0-1,-18 0 1,1 0-1,0 0 1,-36 0 0,35-18-1,54 18 1,-36 0 0,0-17 15,-53 17-31,54-18 15,-36 18 1,52-17 0,1-1-1,35 18 1,36-18 0,-89 1-1,-17 17 1,-36-18-16,0 18 15,-17 0 1,-18-18 78,0 1-79</inkml:trace>
  <inkml:trace contextRef="#ctx0" brushRef="#br0" timeOffset="29619.22">31574 5592 0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29:22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16528 9049 0,'17'35'219,"19"-17"-203,-19-1-1,18 19 1,-17-36 0,0 0 15,-1-53-16,530-618 1,106-158 0,-300 335-1,-106 212 1,-177 212 15,-70 87 47,0 1-62,0 0 0,0-1-1,-18-17 16,18 18-15,-17-18 0</inkml:trace>
  <inkml:trace contextRef="#ctx0" brushRef="#br0" timeOffset="1650.88">25294 8608 0,'35'35'218,"-17"0"-202,17 1 0,-17-36-1,0 35 1,-1-35 62,1 0-31,88-141-16,35 17-15,194-228-1,53-72 1,-141 265 0,-124 54-1,-87 69-15,17 19 16,-36-1-1,1 18 1,-18-18 93,0 1-77,-18-19-1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3:21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6703 7673 0,'159'-35'219,"334"-1"-204,-281 19 1,-71-1 0,-106 18-16,54-18 15,-36 1 1,17 17 0,-17 0 15,0 0-16,35-18 1,0 18 0,-17 0-1,-18 0 1,-18 0 0,0 0-1,54 0 1,-19 0-1,-17 0 1,-35 0-16,17 0 16,-17 0-1,17 0 1,0 0 0,0 0 30,1 0-30,-1 0 0,71 0-1,-53 0 1,35 0 0,0 0-1,0-17 1,-35 17-1,88 0 1,-52-18 0,-1 0-1,-18 18-15,-17-17 32,106-1-1,-88 18-16,-19 0 1,54-18 0,-53 1-1,-18 17 1,18 0 0,-17 0-1,-19 0 1,1 0 15,-36-18 125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4:31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3369 8361 0,'18'0'234,"105"0"-187,-17-18-32,88-17 1,-159 17-16,36 1 16,-1 17-1,-17 0 1,-35 0 15,17 0-15,-17 0 15,17 0-15,-17 0-1,-1 0 1,19 0 0,-1 0-1,-17 0 1,52 0-1,-52 0-15,17 0 16,18 0 0,-18 0-1,1 0 1,-19 0 0,1 0-1,35 0 16,-18 0 1,0 0-17,-17 0 1,35 0 0,-18 0-1,0 0 1,-17 0-16,35 0 15,-35 0 17,-1 0-17,1 0 1,0 0 0,-1 0 30,1 0-14,-1 0-1</inkml:trace>
  <inkml:trace contextRef="#ctx0" brushRef="#br0" timeOffset="7572.51">27887 12718 0,'300'17'172,"194"54"-157,-88-18 1,-318-18-1,-18 0 17,-52-35-17,-18 18 17,0 0-17,0-1 32,0 18-31,18-17-1,17 17 1,35 18 0,142 53-1,-36 35 1,-34-17-1,-1-36 17,-88-53-17,-36-35 1,1 18 0,-1-18-1,-17-18 126,-17 18-126,-18 0 17,17 0-17,-17 0 1,17 0 0,0 0-1,18 18 16,0 52-15,0 124 0,18 71-1,35 105 1,-18 1 0,0-248-1,-17-17 1,0-88-1,-18 17-15,0-17 63,0-1-47,0 19-1,0 34 1,-36 54-1,-52 34 1,53-52 0,-36-35-1,54-36-15,-18 18 16,35-35 0,-36-1-1,19 1-15,17 0 16,-36-1-1,19-17 17,-1 0-17,-105 0 32,52 0-31,-17 0-1,70 0 1,-17 0 0,17-17-1,-140-54 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5:05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17692 8184 0,'106'0'234,"-18"0"-218,123 0-1,-87 0 1,-71 0-16,53 0 15,-71 0 1,36 0 0,-1 0-1,36 0 1,17 0 0,-34 0-1,-1 0 1,-53 0-16,36 0 15,-1 0 1,-52 0 0,52 0-1,-34 0 1,-1 0 15,0 0-15,0 0-1,-17 0 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5:28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 9754 0,'265'-88'250,"-36"18"-235,-88 34 1,-88 36 0,-17 0-1,-1 0 1,18 0 15,-18 0 0,-17 0 1,-1 0-17,1 0 1,17 0 0,1 18-1,-19-18 16,1 18-15,17-1 0,0-17 31,-17 0-1,0 0-30,35 0 15,-18 18-15,-17-18 0,-1 0 15,1 0-16,-1 0 1,1 0 0,17 0-1,1 0 1,-19 0 31,19 0-32,-19 0 1,1 0 0,-1 0-1,1 0 1,0 0 15,-1 0 16,1 0-31,0 0 15,-18 17-15,17-17 30,19 0 1,-1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6:55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15099 6844 0,'123'35'219,"-17"36"-204,71-36 1,-107-35 0,-17 0 15,35 0-15,18 0-1,-35 0 1,70 0-1,-35 0 1,-18 0 0,18 0-1,-36 0 1,-17 0 0,-35 0-16,35 0 15,0 0 1,-36 0-1,54 0 1,-54 0 0,1 0 15,17 0-15,36 0-1,-18 0-15,35 0 16,-17 0-1,-19 0 1,-34 0-16,0 0 16,-1 0-1,1 0 1,0 0-16,-18-53 156</inkml:trace>
  <inkml:trace contextRef="#ctx0" brushRef="#br0" timeOffset="3684.83">15399 8431 0,'441'-141'250,"-212"71"-235,-53 17-15,89 18 16,-53 17-1,-1-17 1,-140 35-16,35 0 16,-18 0-1,18 17 1,105 54 0,-105-18-1,18 17 1,-54-17-1,18-18 1,-35 36 0,0-53 15,-17 52-15,87 18-1,-70 1 1,0-36-1,-18-18-15,-17-18 16,-1 19 0,1-36-1,0 17 1,-1 1 0,19 17-1,87 71 1,-52-53-1,52 0 1,-35-35 0,1 17-1,87-18 17,-53-17-17,-52 0 1,-1 0-1,-52 0 1,0 0 0,-1 0-1,-17-17 17,0-1-1,0 1 16,-35 17-16,35-18-15,-18 18-1,-17 0 1,35-18-1,-17 18 1,-19 0 0,19 0 46,17 18 48,0 0-95,17-1-15,1 54 16,0 17-1,-1 0 1,1-70-16,17 52 16,-17-17-1,-1 53 1,19-18 0,-1 0-1,36 71 1,-71-88-1,17-36 1,1 36 0,-18-54-1,17 36 17,-17 0-17,0-18 1,0 1 15,0-1-15,0 0-1,-17 18 1,-1-18 0,1-17-1,-19 17 1,19-17-1,-36 35 1,-18 17 0,53-34 15,-228 70-15,16 52-1,107-87 1,87-54-16,-16 1 15,34-18 1,0 0 0,1 0 31,-1 0-16,0 0 31,1 0-30,-1 0-1,0 0 0,-70-35 94,-106-53-109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7:16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12030 3422 0,'1270'0'203,"-723"-35"-187,17-1-1,-441 19 1,248-36-1,-71 35 1,70 18 0,-211 0-1,17 0 1,-52 0 0,-89 0-1,18 0 1,70 0-1,1-17 1,-71-1-16,88-17 16,-53 17-1,18-35 1,-71 35 0,-17 1-1,17-1 1,-17 18-1,-18-17 1,0-1 0,0 0 31,0 1-16,0-36 0,0-36-15,-36-52-1,-16-141 1,34 70 0,-17 36-1,17 123-15,0-88 16,1 35-1,-1-88 1,0 141 0,1 0-1,-1 36 1,1-1 0,17 0 15,0 1-16,-18 17 1,-17 0 15,17 0-15,-17 0 0,-53 0-1,-107 0 1,-545 17-1,193 1 1,18-18 0,52 0-1,266 0 17,34-18-17,-17-34 1,0 16-1,53 36 1,53 0-16,-71 0 16,36 0-1,17 0 1,53 0 0,18 0-1,17 0 1,-17 0-1,0 0 1,-18 0 0,35 0-16,-35 0 15,18 0 1,-36 0 0,54 0 30,-1 0-30,0 0 0,18 18 187,-70 70-188,35 0 1,-36 71 0,36-71-1,-1-17 1,19 17 0,-36 35-1,35-70 1,1 0-1,-19 18 1,19 17 0,-1-35-1,0-18 17,1 1-1,17-19 0,0 1-15,0 17-1,0 53 1,0 0 0,0 18-1,0-18 1,0 1-1,0-54 1,0-17 0,0-1-1,0 19 17,0-1-1,35 0-16,-17 36 1,35-36 0,-36-17-1,-17-1-15,18 1 16,-18-1 0,17-17 46,1 0-31,53 36 1,-54-19-1,19-17-16,-19 36 1,1-36 0,35 17-1,-36 19 1,1-36 15,0 17 0,-1 1 1</inkml:trace>
  <inkml:trace contextRef="#ctx0" brushRef="#br0" timeOffset="16954.09">4904 13617 0,'35'0'219,"106"0"-203,-18 0-1,89 0 1,-106 18-1,-18-18 1,0 17 0,-35 1-1,18 0 1,35-1 0,-36-17-1,36 0 1,-35 0-1,34 0 17,-16 0-17,-1 0 1,-35 0 0,35 0-1,35-17 1,-52 17-1,70 0 1,-35-18 0,-18 18-1,36 0 1,-54 0 0,-17 0-1,18 0 1,-54 0 15,1 0-15,0 0-1,-1 0 1</inkml:trace>
  <inkml:trace contextRef="#ctx0" brushRef="#br0" timeOffset="20179.5">3457 15046 0,'494'71'234,"-123"-19"-218,-107-34-1,1-18 1,-159 0 0,-71 0-1,-18 0 1,125 0-1,-37 0 17,19 0-17,70 0 1,-106 0 0,0 0-1,-70 0-15,88 0 16,-18 0-1,124 0 1,-89 0 0,1 0-1,52 0 1,0 0 0,-87 0-1,69 0 1,-52 0-1,53 0 17,35 0-17,-35 0 1,-18 0 0,88-18-1,-105 18 1,-1 0-1,-70-17-15,123 17 16,-35 0 0,1 0-1,-72 0-15,89-18 16,0 18 0,-36-17-1,106-1 1,-105 18-1,105-18 17,-105 18-17,87 0 1,-123 0 0,18 0-1,0 0 1,0 0-1,-18 0 1,36 0 0,-36 0-1,18 0 1,-36 0 0,54 0-1,-36 0 1,0 0 15,53 0-15,-53 0-1,1 0 1,-19 0 0,18 0-1,1 0 1,-37 0-1,1 0 1,53 0 0,-35 0-1,-18 0 1,52 0 0,-87 0-1,35 0 1,-18 0-16,-17 0 15,70 0-15,18 0 32,0 0-17,-71 0-15,18 0 16,18 0 0,-1 0-1,-17 0 1,18 0-1,-18 0 1,17 0 0,-35 0-1,1 0-15,52 0 16,-35 18 0,0-18-1,0 0 1,-36 0 15,1 0-15,-1 0-1,19 0 1,-1 0 31,0 18-32,18-1 1,-35-17 0,17 0-1,0 18 1,36-18 0,-18 0-1,-18 0 1,-17 0-1,-18-18 79,0 1-78,0-1-1,0 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7:59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22595 16034 0,'142'0'203,"493"-18"-171,-512 18-32,159 0 31,-105 0-16,-54-18 1,53 1 0,18-1 15,-52 1-31,-54 17 31,-35 0-31,17-18 16,-17 18-1,88 0 1,-88 0 0,0 0-1,106 0 1,-71 0 0,0 0-1,36 0 1,-71 0-1,17 0 1,-35 0 0,-17 0 15,0 0-15,52 0-1,1 0 1,-1 0-1,-17 0-15,36 0 16,16 0 0,-52 0-1,18 0 1,-18 0 0,106 0-1,-54 0 1,-52 0-1,18 0 1,-18 0 0,-18 0-1,0 0 17,1 0-17,34 0 1,18 0-1,-52 0 1,-19 0 0,-17-18 15,-17-35-15,-54 18-1</inkml:trace>
  <inkml:trace contextRef="#ctx0" brushRef="#br0" timeOffset="2616.98">6368 16404 0,'176'18'141,"565"88"-110,-618-89-15,1-17-16,299 18 16,71-18-1,-71 35 1,-299-35-16,176 0 15,-159 0 1,35 0 0,89 0-1,-106 0 1,-1 0 15,-105 0-15,-18 0-1,18 0 1,-17 0 31,-19 0-31,19 0-16,-19 0 15,36 0 1,-18 0-1,1 0 1,17 0 0,-36 0-1,1 0 32,0 0-31,-1 0 62,-17-17-16,0-1-30,0 0-17,0 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38:13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5468 2769 0,'564'71'218,"19"-18"-186,-407-18-1,-88-35 0,-70 0-15,17 0-1,0 0 1,1 0 0,-1 0-16,18 0 15,0 0 1,-18 0 0,0 0-16,18 0 15,18 0 1,35 0-1,-18 0 1,18 0 0,-53 0-16,88-18 15,-18 1 1,-17-1 0,53 18 15,-53 0-16,35-18 1,-88 18-16,70 0 16,1-17-1,17 17 1,35-18 0,-53 18-1,-52-17 1,-36 17-16,54 0 15,34 0 1,0-18 0,36 0-1,-35 1 1,87 17 0,-52-18 15,-35 18-16,175-18 1,-140 1 0,-18-1-1,18 0 1,-53 1 0,-18 17-1,-17 0 1,-1 0-1,142 0 1,-89-18 0,1 18-1,35-17 1,-107 17 0,19 0 15,-36 0-16,-17 0 1,35 0 0,-18 0-1,18 0 1,0 0 0,35 0-1,-35 0 1,0 0-1,35 0 1,-17 0 0,-18 0-1,88 0 1,-71 0 0,-17 0 15,-17 0-31,52 0 15,-35 0 1,35 0 0,18 0-1,-18 0 1,35 0 0,-52 0-1,-1 0 1,-34 0-16,-1 0 15,18 0 1,17 0 0,-52 0-16,35 0 15,18 0 1,-36 0 15,18 0-15,-18 0-1,-17 0 1,17 0-16,18 0 16,0 17-1,35-17 1,-35 18 0,17-18-1,1 17 1,-18 1-1,-18-18 1,0 0 0,-17 0 46,0 0 1,-18-18-16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0:06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6068 10425 0,'0'17'219,"35"54"-188,-17-54-15,-1 1-1,1 0 1,0-18 46,17-18-30,229-123-1,-175 88-31,34-18 16,-88 36-1,89-35 1,-106 34-16,-18 19 15,17-19 1,18 1 0,-17 35-16,-18-35 15,18 17 1,17 1 0,-17-1 30,-1 18-14,1 0-1,-18-18 16,0 1-16,-18 17 94,18-18-94</inkml:trace>
  <inkml:trace contextRef="#ctx0" brushRef="#br0" timeOffset="2499.28">16792 10019 0,'53'0'266,"-18"18"-251,36 17 1,-36 0 0,18-17-1,18 17 1,-54-17-1,19-18 1,-19 17 0,1-17 46,0 0 48,-1-17-64,318-389-14,-194 230-32,442-495 31,-90 248 0,-369 317-15,-89 53-1,-17 36 1,-36 17 125,1-36-126</inkml:trace>
  <inkml:trace contextRef="#ctx0" brushRef="#br0" timeOffset="5770.86">14852 12488 0,'141'335'188,"35"-88"-173,18-105 1,-52-54 0,52 18-1,-53-89 1,-18-17 0,-35 0-1,18 0 1,0 0-1,-53 0-15,70 0 16,-34 0 0,-54 0-1,88-17 1,-17-19 0,53-17 15,-36 18-16,-17 17 1,35-34 0,-35 16-1,0 1 1,53-36 0,-36 1-1,-35 17 1,18 0-1,-18 0 1,-35 0 0,-17 0-1,-1 18 1,-17 0 0,-18-1 15,17 1-16,1-53 1,-18 70 0,0-17-1,0-36 1,-18 1 0,-17 17-1,-89-53 1,72 53-1,-90-35 1,72 53 0,-18 0-1,0-1 1,52 19-16,-17-19 31,18 36-15,17 0-1,-35-17 1,-35 17 0,-35-18-1,17 0 1,0 1 0,-17 17-1,17 0 1,-18-18-1,-34 18 1,87 0 0,-35 0-1,18 0 1,0 0 0,-89 0 15,72 0-16,16 18 1,-16-18 0,69 0-1,19 0 1,-36 0 0,35 0-1,0 0 1,-17 0-1,18 17 1,17 1 47,-71 17-32,53-17-16,1 0 1,-1-18-16,-17 17 16,0 1-1,-54 17 1,36-17-16,-35 52 16,0 1-1,17 17 1,36-70-1,35-1 1,-35 19 0,0-1-1,35-17 1,-18 34 0,18-34-1,-18-18 16,18 18-15,0-1 31,0 1-16,0 0 0,0-1 1</inkml:trace>
  <inkml:trace contextRef="#ctx0" brushRef="#br0" timeOffset="13848.01">17339 10425 0,'0'141'218,"0"-18"-202,0-17 0,35-71-1,1 18 1,16 0-1,1-18 1,18 1 0,-36-19-1,18 36 1,53-18 0,-53 1-1,35-1 16,36-17-15,-89-18 0,18 0-1,17 0 1,36 17 0,-53-17-1,53 0 1,-36 0-1,89 0 1,53 0 0,-36 0-1,1-17 1,-72-1 0,-16 0 15,-1-17-16,106-18 1,-88 0 0,158-53-1,-140 54 1,-71 16 0,-18 19-16,36-19 15,-1 1 1,-35 0-1,-17 0 1,0 17 0,-18 0-1,0 1 1,-36 17 0,-52-18-1,-88 0 16,-54 1-15,-228-1 0,158-17-1,-70 17 1,228 0-16,-122-17 16,70 35-1,17 0 1,19 0-1,-1 0 1,-17 0 0,-89-17-1,124-1 1,35 0 0,36 1-1,52 17 16,0 0-15,1 0 0,34 0 171,1 0-124</inkml:trace>
  <inkml:trace contextRef="#ctx0" brushRef="#br0" timeOffset="18552.41">26758 9402 0,'18'17'234,"176"142"-203,-159-141-15,89 52 0,-54 1-1,-17-36 1,-18-17-1,1-1 1,-19-17 15,1 0 47,-18-17-62,0-1 0,0-53-1,53 18 1,17-35 0,19-18-1,69-70 1,-52 53-16,123-142 15,-87 124 1,-37 53 0,-87 70-1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1:02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2857 13441 0,'195'17'219,"-19"19"-204,-35-19 1,-70-17-1,-19 0-15,54 0 16,-35 0 0,-36 0-1,0 18-15,36-18 32,17 18-17,-17-18 1,-54 0-16,72 0 15,-19 0 1,1 0 0,-36 17-1,36-17 1,-1 0 0,18 0-1,18 0 1,-88 0-16,70 0 15,0 0 1,36 0 0,52 0-1,-35 0 17,-53 0-17,18 0 1,-53 0-1,35 0 1,-35 0 0,35 0-1,36 0 1,-54 0 0,1 0-1,-18 0 1,-18 0-1,0 0 1,54-17 0,-1-1-1,71 0 1,123-70 15,-159 71-15,-17-1-1,-71 18-15,-17 0 16,17 0 0,-17 0-1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1:31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10513 13952 0,'70'0'297,"19"0"-281,-1 0-1,35-17 1,-88 17-16,54 0 15,-36 0 1,105-18 0,-69 18-1,-37 0 1,37 0 0,-36-18-16,35 18 15,-18-17 1,36 17 15,-35 0-31,17 0 16,0 0-1,0 0 1,36-18 0,-36 18-1,18 0 1,35 0-1,-71 0 1,89 0 0,-35 0-1,-1 0 1,-70 0-16,71 0 16,-19 0-1,1 0 1,71 0 15,-54 0-15,1 0-1,-54 0-15,54 0 16,-19 0 0,54 0-1,-88 0 1,17 0-1,88 0 1,-88 0 0,1 0-1,52 0 1,-35 0 0,35 0 15,17 0 0,-87 0-15,-53 0-16,35 0 15,-18 0 1,18 0 0,-36 0-16,19 0 15,34 0 1,-17 0-1,-18 0 1,1 0 0,70 0-1,-71 0 1,35 0 0,19 0-1,-37 0 1,-34 0 15,35 0-15,-18 0-1,1 0 1,-19 0 0,1 0-1,0 0 1,-1 0 15,1 0 0,52 0-15,19-17 0,-37 17-1,19 0 1,0 0-1,-36 0 17,-18 0-17,19 0 1,34-18 15,19 0-15,-1 18-1,-35 0 1,0 0 0,-36 0-1,36 0 1,-18 0 0,36 0-1,-18 0 1,0 0 15,17 0-15,-17 0-1,-17 0 1,-1 0 0,-18 0-1,1 0 16,0 0 1,-1 0-17,1 0-15,0 0 16,-1 0 0,19 0-1,-19 0 32,1 0-31,-1 0 15,19 0 47,-19 0-62,1 0-1,17 0 48,18 0-32,-35 0-15,-1 0-1,1 0 1,0 0 31,-1 0-32,1 0 17,0 0-17,35 0 1,-18 0 0,18 0-1,-36 0 1,1 0-16,0 0 15,-1 0 32,1 0-31,17 0 0,18 0-1,-35 0 1,-1 0 15,1 0 0,0 0 16,-36 0 328</inkml:trace>
  <inkml:trace contextRef="#ctx0" brushRef="#br0" timeOffset="17657.62">2522 12718 0,'247'-36'203,"194"19"-171,-370 17-17,88 0 1,-36 0-1,-88 0 1,36 0 0,-1 0-1,1 0 1,-18 0 0,-18 0-16,36 0 15,-1 0 1,-17 0-1,-35 0-15,35 0 16,-18 0 0,18 0 15,-35 0-31,-1 0 16,1 0 15,0 0 0</inkml:trace>
  <inkml:trace contextRef="#ctx0" brushRef="#br0" timeOffset="20465.25">5415 9543 0,'494'17'218,"0"19"-186,-406-36-17,-17 0 1,-36 0-16,53 0 15,53 0 1,-53 0 0,71-18-1,-71 18 1,-35 0 0,0 0-1,0 0 1,0 0-1,0 0 1,-35 0 0,17 0 15,-17 0-15,-1 0-1,1 0 32,-1 0-16</inkml:trace>
  <inkml:trace contextRef="#ctx0" brushRef="#br0" timeOffset="22641.31">5186 10654 0,'211'0'234,"-16"0"-218,-19 0-1,-53 0 1,36-18-1,88 1 1,-123 17 0,-19-18 15,19 0-15,-54 18-1,-17-17 1,-17 17-16,17-18 15,17 0 1,36 1 0,-36-1-1,-34 18 1,-19 0 0,1 0-16,0 0 15,17 0 1,0 0-1,0 0 1,-17-18 0,35 18 15,0 0-15,-35 0-1,52 0 1,-35 0-1,-17 0 1,0 0 0,-1 0 15,1 0 16,0 0-32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2:54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8925 13882 0,'247'0'219,"265"0"-204,-159 0 17,-265 0-17,-53 0 1,-17 0-1,87 0 1,-16 0 0,16 0-1,1 35 1,-70-35 0,-19 0-1,1 0-15,0 0 16,17 0-1,0 0 1,18 0-16,53 0 16,0 0-1,-53 0 17,35-18-17,-53 18 1,18 0-1,-18 0 17,18 0-17,0 0 1,-18 0 0,71-17-1,-88 17 1,52 0-1,-17 0 1,18-18 0,-1 18-1,-17 0 17,-35 0-17,35 0 1,0 0-1,0 0 1,70 0 0,-88 0-1,18 0 1,18-17 0,-18 17-1,-18 0 1,-17-18-1,-1 18 1,1 0 15,0 0 16,-1 0-31,1 0 15,17 0-15,18 0-1,0 0 1,-35 0 0,-1 0-1,54 0 1,-18 0-1,35 0 1,35 0 0,-87 0 15,-1 0-15,-17 0-1,-18-18 16,0-35-15</inkml:trace>
  <inkml:trace contextRef="#ctx0" brushRef="#br0" timeOffset="2065.98">10125 14587 0,'511'106'219,"-176"-35"-204,1-71 1,-248 0 0,-18 0-1,18 0 1,54 0-1,-19 0 1,-52 0 0,87 0-1,-34 0 17,-18 0-17,17 0 1,-70 0-1,0 0 1,0 0 0,35 0-1,36 0 1,17 0 0,-71 0-1,107 0 1,-36-18-1,-18 18 1,89-18 0,-89 18 15,-17-17-15,-53 17-16,35 0 15,0-18 1,18 18-1,-35-17 1,88 17 0,-36 0-1,36 0 1,-71 0 0,35 0-1,1 0 1,-36 0-1,0 0 1,-17 0 0,-36 0-1,0 0 17,1 0-17,-19 0 1,1 0 15,0 0-15,-18-36 15</inkml:trace>
  <inkml:trace contextRef="#ctx0" brushRef="#br0" timeOffset="5183.45">21255 12841 0,'547'0'187,"-283"0"-171,-123 18 0,-70-18-1,-71 17 32,0 19-31,0 17-1,-18 35 1,-17 123 0,17-105-1,18-18 1,-35 124 0,35-88-1,-18-1 1,18 36-1,0-89 1,0 54 0,0-71-1,0 0 1,36 35 15,-19-35-31,54 88 16,-1-53-1,36 0 1,-53-35-16,-35-35 16,52 17-1,-34-17 1,-1-1 0,0-17-1,1 0 1,-19 0-1,18 0 1,-17 0 0,-18-17 31,0-1-16,0-17-16,0 17-15,0 1 32,0-1-1,0 0-15,0 1 15,-35 17 31,17 0-46,18 17 15,-17 1-15,-1-18-1,18 18 1,0-1 0,0 18-1,0-17 1,0 0 15,0 35-15,0 17-1,18-34 1,-18 69 0,17-16-1,-17-19 1,18 1 15,-18 17-15,0-53-1,0 18 1,0-18 0,0 1-1,0-19 1,0 36 0,0-35-1,-18 35 1,-17 17-1,0 1 1,-1 17 0,19-53-16,-36 36 15,35-18 1,-17 0 15,17-36-15,1-17-1,-89 71 1,18-18 0,-18 53-1,-141-1 1,141-52 0,35-17-1,1-19 1,52 1-1,1-18 1,-54 0-16,-317 70 16,-124 1-1,-52 35 17,123-36-17,-88 36 1,158-18-1,283-70 1,53-18 0,0 0-1,35-18 142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3:18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4939 15081 0,'282'53'188,"477"124"-157,-654-160-15,107-17-1,0 0 1,-142 0-16,-52 0 16,17 0-1,18 18 1,71-18-1,-36 17 1,71 1 0,-89-18-1,36 18 1,-53-18-16,106 0 16,-36 0-1,18 0 16,-35 0-31,17 0 16,19 0 0,34 0-1,124-18 1,-124 18 0,18 0-1,-123 0-15,52 0 16,-17 0-1,106 0 1,-106 0 0,-1 0-1,-34 0 1,-18 0 0,-35 0-1,-1 0 48,-17-18 93,-17 1-140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3:34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1482 2170 0,'194'-36'234,"-36"19"-202,-69 17-17,-36 0 1,-18-18 0,53 18-1,-17-18 1,17 18-1,-35 0-15,53 0 16,17 0 0,-17 0-1,-71 0-15,18 0 16,35-17 0,-35 17-1,-35 0 1,35 0-1,0 0 1,-36 0 15,19 0-15,52 0 0,-18 0-1,1 0 1,52 0-1,-52 0 1,-18 0 0,-18 0-1,0 0 1,-17 0 0</inkml:trace>
  <inkml:trace contextRef="#ctx0" brushRef="#br0" timeOffset="19232.33">2399 5609 0,'406'71'219,"176"17"-188,-477-53-31,19-35 31,88 0 0,-89 0-15,124 0 0,-106 0-1,0 0 1,71 0-1,-124 0 1,0 0 0,-35 0-16,35 0 15,-17 0 1,17 0 0,-53-17-16,71-1 15,0 0 1,18-17-1,-89 35-15,18-18 16,-18 1 0,-17 17-1,17 0 1,0 0 0,53 0-1,1-18 1,-19 0-1,-35 18 1,36 0 0,-53 0-1,-1 0 17,1 0-1,0 0 0,35 0 0,-36 0 1,36 0-17,0 0 1,-18 0-1,-17 0 1,0 0 0,-1 0 15,1 0 0,-1 0 47,1 0-46,0 0-17</inkml:trace>
  <inkml:trace contextRef="#ctx0" brushRef="#br0" timeOffset="32948.44">2258 7532 0,'-18'0'297,"-17"0"-282,-36 0 1,54 0 0,-36 0-1,17 0 1,-52 35-1,18-17 1,17-18 0,35 17-1,1-17 1,17 18 62,0 0 31,0-1-77,0 71-17,0 1 1,0-1 0,0-35 15,0-18-31,0 18 15,0 18 1,0-19 0,0-16-1,0-1 1,17 0 0,-17 1-1,18-1 1,-1 35-1,-17-52 1,0 17 0,0 18-1,0 0 1,0 71 15,-35-36-15,0 0-1,0-17 1,17-19 0,0 1-1,18-35 1,-35 0 0,0-1-1,35 1 1,-18-18-1,0 0 17,1 0-17,-1 0 17,18-18 14,0 1-30,0-1 0,0 0 15,0-17-15,0 17-1,18 18 32,-1-17-31,1 17-1,0 0 17,-1 0-1,19 0-16,-19 17 17,1 36-17,0-35 1,-18 17 0,0 1-1,0-19 1,0 1-1,0 17 1,0 18 0,0 35-1,0 36 1,0-36 0,0-53 15,0 36-16,0-54 1,0 1 0,0 0-1,17 35 17,19-18-17,-1 18 1,0-18-1,0 18 1,1-18 0,105 36-1,-53-18 1,18-36 0,-71 1-16,36 0 31,-36-18-16,18 0 1,-36 0 0,54 0-1,0 0 1,-54 0 0,18 0-1,-17 0 1,0 0 31,-18-18-16</inkml:trace>
  <inkml:trace contextRef="#ctx0" brushRef="#br0" timeOffset="35297.62">10989 7885 0,'88'0'250,"-35"0"-234,53 35 0,17 0-1,-87-17 1,-1-1 0,-35 1-1,-18 35 1,-52 159-1,35-89 1,-54-35 0,54 71-1,35-88 1,0-1 0,0 18 15,0 18-16,106-18 1,-71-52-16,71 52 16,0-18-1,53-34 1,-107-19-16,37 1 16,-36-18-1,-18 0 1,-35-18 78,0 1-63,0 34 47,0 1-62,-18-18-1,18 35 1,0 18-1,0 35 1,0-35-16,0 35 16,0-52-1,0 17 1,0-36 0,0 19 15,0-1-16,0 18 1,-17-36 0,17 19-1,-18-19 1,18 19 0,-35-19-1,17-17 1,0 18-1,1-18 1,-1 0 0,0 0-1,1 0 48,-1 0-32,18-18 0</inkml:trace>
  <inkml:trace contextRef="#ctx0" brushRef="#br0" timeOffset="38397.69">7126 9384 0,'106'18'203,"88"52"-187,-88-35-16,17 1 16,-35-1 15,-35-17-16,36-18 1,-19 0 0,-17 0-16,71 0 15,-19 0 1,19 0 0,-89 0-1,18 0 1,70 0-1,-70 0 1,0 0 0,36 17-1,-1-17 1,0 0 0,0 0 15,0 0-16,36 0 1,-54 18 0,-17-18-1,53 17 1,-35 1 0,-36-18-1,18 0 1,-36 0-1,36 18 1,36-18 0,-37 0-1,-34 0 1,0 0-16,17 35 16,36-35-1,-18 18 16,35-18-15,-53 0 0,0 0-1,36 0 1,-18 0 0,0 0-1,-18 0-15,0 0 16,36 0-1,-54 0 1,1 0-16,0 0 16,17 0-1,71 0 1,-89 0 0,36 0-1,0 0 16,0-36-15,-18 36 0,54-17-1,-72 17 17,1 0-17,0 0 1,-18-18-1,17 0-15,18 1 16,-17 17 0,0 0-1,88-35 1,-36-1 0,-52 19 15,35-19-16,-36 36 1,1 0 0,-18-17 93,0-1-78</inkml:trace>
  <inkml:trace contextRef="#ctx0" brushRef="#br0" timeOffset="40020.21">3687 10072 0,'-142'176'203,"-16"1"-187,-213 264 0,301-300-1,34-71 1,19-52-1,17-1 32,-18 19-15,18 17-17</inkml:trace>
  <inkml:trace contextRef="#ctx0" brushRef="#br0" timeOffset="41529.64">2170 10795 0,'88'300'188,"88"335"-172,-123-441-1,0-88 1,-18-89-1,-17 19 48,35 17-32,-36 17 0,1-52-15,0-1 0,-18 1-1,17-18 1,1-18 46,123-123-30,318-176-1,-159 70 0,105-71 0,-281 248-15,-89 52 0,-17 18-1</inkml:trace>
  <inkml:trace contextRef="#ctx0" brushRef="#br0" timeOffset="45512.96">8890 13176 0,'300'0'218,"-18"53"-202,-123-53 0,70 18-1,-158-18 1,123 0 0,-53 0-1,35 0 16,-52 0-15,-18 0 0,-1 0-1,-16 0 1,-37 0-16,72 17 16,-1-17-1,-17 0 1,71 36-1,-36-36 1,17 17 0,-34-17-1,-36 0 1,0 18 0,89 0-1,-54-1 16,36 1-15,-18 0 0,-35-18-1,70 17 1,-70-17 0,0 0-1,106 0 1,-89 0-1,89 0 1,-89-17 0,1-1-1,34 0 1,19-17 0,-71 35-1,0-18 16,-36 18-31,106-53 16,-34 53 0,87-17-1,-141-1 1,0 18 0,18 0-1,-71 0 1,-17 0-1,0 0 1,-36-17 109</inkml:trace>
  <inkml:trace contextRef="#ctx0" brushRef="#br0" timeOffset="47512.13">1870 5133 0,'0'70'250,"0"-17"-234,0 0 0,0-35-1,0 17 1,0-17 0,17 35-1,-17-18 1,0 0-1,0-17 1,0 0 47,0 17-48,18-35 1,0 18-1,-1 17 64,-17-18-64,18 1 1,0 35-1,-1-35 1,-17-1 0,0 1-1,0 0 1,18-18 46</inkml:trace>
  <inkml:trace contextRef="#ctx0" brushRef="#br0" timeOffset="49144.67">1782 5045 0,'211'35'203,"548"18"-171,-654-35-32,90-18 15,34 0 16,-159 0-15,89 0 0,18 17-1,34 18 1,-140-17 0,35 0-1,35 17 1,-71-35-16,54 18 15,-36-1 1,71 19 0,-71-19-1,71 18 1,70 1 0,-35-36-1,0 0 1,176-36 15,-140 36-15,-54 0-1,-105 0-15,52 0 16,-52 0 0,-36 0-1,-35-35 32</inkml:trace>
  <inkml:trace contextRef="#ctx0" brushRef="#br0" timeOffset="52545.33">8502 12453 0,'917'106'203,"-529"-106"-187,-264 0-1,70 0 1,-71 0 0,177 0-1,-88 0 1,88 0-1,-18 0 1,-53-35 0,-70 35-16,70 0 15,36 0 1,-1 0 0,107 0-1,-107 0 1,-87-18 15,87 18-15,-87 0-1,-1 0 1,-105 0-16,87 0 16,-52 0-1,-18 0 1,-52 0-16,70 0 15,-18 0 1,18 0 0,-54 0-16,107 0 15,-71 0 1,36 0 0,-89 0-1,-17 0 1,-1 0 15,19 0 0,34 0-15,-52 0 0,17 0-1,-17 0-15,-1 0 16,1 0 15,-18 18 47,0 17-47,0 71 1,0-36-17,0-17 1,0-18 0,0 36-1,0-36 1,35 18-1,-35 0 1,0 0 0,0-35-1,0-1 1,0 1 15,0 0 47,0-1-31,0 1 0,0 0-31,0-1 46,0-34 1,0-54-48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4:48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7638 11324 0,'458'106'219,"213"17"-188,-266-105 1,-281-18-1,-18-35-15,17 17-1,18-17 1,18 17-1,-106 1 1,-18-1 0,0 0-1,-17 18 1,0 0 15,-36 0 125</inkml:trace>
  <inkml:trace contextRef="#ctx0" brushRef="#br0" timeOffset="1911.64">5027 11924 0,'529'88'203,"36"88"-172,-407-176 0,-87 0 1,-53 0 15,70 0-32,123 0 16,-87-17-15,-18-1 0,0 1-1,-53 17 1,-36 0 0,1-18-1</inkml:trace>
  <inkml:trace contextRef="#ctx0" brushRef="#br0" timeOffset="4691.1">15363 10495 0,'177'0'266,"-36"0"-251,-53 0-15,141 0 16,-87 0-1,-19 0 1,106 0 0,-88 0-1,53 0 17,-123 0-32,105 0 15,-34-18 1,34 1-1,-106 17 1,19-18 0,-72 18-16,54 0 15,-36 0 1,0 0 0,1 0-1,-19 0 16,1 0 1,17 0-1</inkml:trace>
  <inkml:trace contextRef="#ctx0" brushRef="#br0" timeOffset="7207.38">25488 10689 0,'194'18'188,"600"123"-157,-688-106-15,70-35-1,1 18 1,-160-18-16,18 0 16,36 0-1,70 0 1,-70 0 0,-18 0-1,0 0 1,-36 0-1,1 0 1,-1 0 0,1 0 15,-18-18 110,0 1-110,18-1 16,-18 0-32,0 1 1,17-1 31,-17 0 0,18 18 0,-18-17-16,0-1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5:54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21008 9190 0,'-1076'-18'219,"582"18"-204,194 35 1,106-17 0,53 17-1,106-35 17,17 18-17,18 17 1,0-17 31,-18 0-32,-34 70 1,-107 123 0,53-52-1,-17 18 1,87-124-16,-34 52 15,17 1 1,0-18 0,0 71-1,35 0 17,-70 105-17,70-105 1,1-18-1,17-88-15,0 71 16,-18-54 0,18 1-1,0 17 1,0-17 0,0-36-1,0-18-15,0 19 16,18-1-1,-18 0 1,17 1-16,-17-19 0,53 71 16,18 36-1,35 35 17,-18-1-17,35-52 1,1 53-1,-36 0 1,18-36 0,70 36-1,-87-71 1,-1-17 0,88 70-1,-70-71 1,-18-17-1,89 18 1,-89-54 0,35 1-1,-52 0 1,105-18 0,53 17-1,-52 19 1,-71-36-16,88 17 15,17-17 1,-17 0 0,0 0-1,-17-17 1,52-19 0,-123 19-1,-18-19 1,18 1-1,-18-18 1,53-35 0,0 18-1,-70 52 17,-36-17-17,0-1 1,-17 36-1,88-70 1,-53 35-16,35-36 16,-35 0-1,53-34 1,-36 52 0,-17-36-1,-17 37 1,-19 34-1,-17 0 1,0 1 0,18-19-1,-1-34 17,-17 52-32,36-70 15,-19-18 1,1 18-1,17-124 1,-17 106 0,-18 36-1,18 17-15,-18-71 16,0 36 0,17-70-1,-17 16 1,0 37-1,0-107 1,-17 71 0,-19 17-1,-52-87 17,35 87-17,0-17 1,-70-18-1,17 1 1,-88-107 0,18 71-1,52 18 1,1 70 0,70 53-16,-53-71 15,18 54 1,-18-1-1,53 71 1,0-17 0,0 17-1,35 0 1,-34 0-16,34 0 31,-106-36-15,19 36-1,34-17 1,36 17-16,-18 0 16,0 0-1,18 0 1,17 17 15,18 1-15,-18 0-1,18-1 1,-17 19 0,-1-19 31,18 1-32,0-1 1,0 1-1,-18 0 17,1-18 15,17 17-1,0 1-14,-18 0-1,18-1 47,0 1-31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6:17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10301 14393 0,'124'18'218,"281"35"-186,-264-53-1,106 0 0,-17 18 0,-107-18-15,-52 0 0,34 0-1,-69 0-15,34 0 16,1 0 0,88 0-1,-54 17 1,1-17-1,71 0 1,-71 0 0,-36 0-1,106 0 1,-70 0 0,18 0-1,-18 0 1,17 0-1,18 0 1,0 0 0,-88 0-16,35 0 15,71 0 1,-71 0 0,-17 0-1,17 0 1,88 0-1,-70 0 1,35 0 0,18 18-1,-71-18 1,1 0 0,16 17-1,-16-17 16,-1 0-15,88 0 0,-105 0-1,105 0 1,-88 0 0,18 0-1,-18 0 1,36 0-1,-54 0 1,19 0 0,-1 0-1,-35 0 1,-18 0-16,53 0 31,36 0-15,52-17 15,-70 17-15,-18-18-1,36 18 1,-19-17 0,19 17-1,-1-18 1,-52 18-1,-1 0 1,-17-18-16,0 18 16,0 0-1,35-17 1,-70 17-16,70 0 16,-17-18-1,-1 18 16,-17 0-15,-18 0 0,1 0-1,-1 0 1,0 0 0,36 0 15,52 0-16,-17 0 1,-35 0 0,-36 0-1,53 0 1,36 0 0,-18 0-1,-71 0 1,35 0-1,1 0 1,-36 0 0,0 0-16,1 0 15,-19 0 1,36 0 0,-35 0-1,0 0 16,-1 0-15,18 0 0,18 0-1,-35 0 1,17 0 0,-17 0 46,0 0-46,-1 0 15,-34-53 78,17 18-109,-18-1 0</inkml:trace>
  <inkml:trace contextRef="#ctx0" brushRef="#br0" timeOffset="7249.8">17727 10089 0,'759'124'235,"-636"-71"-220,18-36-15,-35 36 16,-35-17 0,-19-1-1,-52 18 32,0 0-31,-17 17-1,-1 1 1,1-36 0,-1 53-1,0-17 1,1-18-1,-1-18 17,18-17-32,0 17 15,0 0 1,0 18 0,0 0-1,0-18 1,35 71-1,18-35 1,0-18 0,71 0-1,-54-36 1,-17-17 0,-35 0-1,-1 0 1,1 0 31,-18-17 31,0-1-47,-18 18 63,1-53-47,-19 18-16,19 35-15,-1 0-1,0 0 32,18 17 16,0 19-1,0-19-31,0 1-15,0 35 0,0 0-1,0-18-15,0 71 16,0-53-1,18 0 1,-18-36 0,0 1-1,0 0 1,0-1 0,0 36-1,0 0 1,0-18 15,0 1-15,0 17 15,-18-36-15,-34 124-1,-1 0 1,-18-52-1,18-1 1,18-18 0,17-34-1,1-36-15,17 17 16,0 1 46,-53 0-30,35-1-1,0 1-15,-17 0-1,-18-1 1,36-17-16,-19 18 15,-34-18 1,34 17 0,1 1-16,-18 0 15,-53-1 1,18 1 0,0-18-1,0 35 16,0-35-31,-1 18 32,-34-18-17,-18 18 1,17-1 0,1 1-1,-1-1 1,54 1-1,-18 0 1,52-18-16,-52 17 16,35 1-1,-17-18 1,52 0-16,-35 0 16,18 0-1,17 0 16,1 0-15,-1 0 15,53 0 79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6:40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13705 2769 0,'159'0'203,"106"0"-187,-54 0 0,-87 0-1,17 0 1,-53 0-1,0 0 1,53 0 15,-70 0-15,0 0 0,-18 0-16,35 0 15,-18 0 1,54 0-1,-71 0 1,35 0 0,0 0-1,0 0 1,0 0 0,54 0-1,-54 0 1,0 0-1,88 0 1,-87 0 15,-19 0-15,54 0 0,-72 0-1,54 0 1,-53 0-16,53 0 15,-35 0 1,-18-17 0,-18 17-16,18 0 15,0 0 1,35-18 0,-53 18-1,0-18 1,-17 18-1,0 0 1,-1 0 31,-17-17 15,0-1-46,0 0 0,0 1 15,0-18-15,-17-18-1,-1-36 1,0 37 15,18-90-15,-17 89 15,17-35-15,-18 18-1,0 17 1,1 18-1,-1 17 1,18 0 0,-17 18-1,-1 0-15,-17-17 16,-1-1 0,-17-35-1,-17 53 1,35-18-1,-54 1 1,1-1-16,-106 18 31,-123-35-15,-177 0 0,300-18-1,53 35 1,52 0-1,72 18 1,-1 0 15,1 0 1,-1 0-1,36 0 141,17 0-157</inkml:trace>
  <inkml:trace contextRef="#ctx0" brushRef="#br0" timeOffset="26373.15">2081 5309 0,'124'18'235,"-1"17"-220,36-35 1,-35 0 0,-107 0-1,1 0 1,-1 0 0,1 0 15,70 0 0,-70 0-15,35 0-1,0 18 1,-18-18 0,0 0 15,-17 17-16,53-17 1,-19 0 0,1 0-1,0 0 1,-35 0 0,17 0 15,18 0-16,-18 0 1,-17 0 0,0 0-1,17 0 1,35 0 15,-34 0-15,-1-17-1,36 17 1,-54 0 0,19 0-1,-19 0-15,18 0 16,1 0 0,-1 0 15,0 0-16,1 0 1,-1 0 0,-18 0-1,36-18 1,0 18 0,-17-17-1,16 17 1,1 0-1,-35 0 1,17 0 0,-17 0 15,17 0 16,1-18-32,-19 18 1,1 0 0,-1 0-1,1 0 17,17 0-1,-17 0-16,0 0 17,-1 0-17,1 0 17</inkml:trace>
  <inkml:trace contextRef="#ctx0" brushRef="#br0" timeOffset="30256.92">13635 5327 0,'35'0'235,"18"0"-220,18 0 1,-1 18 0,18-18-1,-17 0 1,-53 0 0,17 0-1,-18 0 16,1 0-15,17 0 0,18 0-1,-35 0 1,0 0 0,34 17-1,-16-17 1,34 0-1,-52 0-15,35 18 16,35-18 0,-35 0-1,-18 0-15,18 17 16,18-17 0,35 0 15,-54 0-16,1 0 1,18 0 0,-53 0-1,35 0 1,-18 0 0,53 0-1,0 0 1,71 0-1,-89 0 1,-34 0 0,17 0-1,-36 0 17,1 0-1,35 0 16,-18 0-32,36 0 1,-1 0 0,-17 0-1,71 0 1,-54 0-1,1 0 1,-18 0-16,53 0 16,-1 0-1,-16 0 1,-37 0-16,54 18 16,-35-18 15,-36 0-16,-17 0-15,17 0 16,-17 0 0,-1 0-1,1 0-15,0 0 16,52 0 0,-52 0-16,17 0 15,18 0 1,-35 0-1,17 0 1,-17 0 0,-1 0-1,18 0 1,89 0-16,-54 0 16,19 0 15,-54 0-31,53 0 15,-53 0 1,1 0 0,-19 0-16,1 0 15,0 0 1,-1 0 0,19 0-1,-1 0 16,18 0-31,-36 0 16,19 0 15,-19 0 1,1 0 30,0 0 16,-1 0 32,1 0 15</inkml:trace>
  <inkml:trace contextRef="#ctx0" brushRef="#br0" timeOffset="36146.64">2117 6703 0,'53'0'235,"176"53"-204,-88-53 0,-88 0-15,-35 0-1,17 0 1,0 0 0,0 0-1,1 0-15,17 0 16,17 0-1,-35 0 1,-17 0-16,17 0 16,-17 0-1,0 0 1,-1 0 0,1 0-1,52 0 16,-34 0-15,17 0 0,0 0-1,-1 0 1,37 0 0,-19 0-1,1 0 1,-18 0-1,53 0 1,-89 0 0,18 0-1,1 0 1,-1 0 0,-17 0-1,35 0 16,-1 0-15,72 0 0,-89 0-1,0 0 1,-17 0 0,17 0-1,18 0 1,36 0-1,-19 0 1,-17 0 0,-18 0-16,1 0 15,16 0 1,-34 0 0,17 0 15,18 0 0,0 0-15,-18 0-1,36 0 1,-36 0 0,1 0-1,17 0 1,-1 0-1,1 0 1,71 0 0,-54 0-1,-17 0 1,18 0 0,-18 0-1,17 0 16,-52 0-31,53 0 16,-19 0 0,19 0-1,17 0 1,-17 0 0,17 0-1,-35 0 1,0 0-1,-18 0 1,-17 0 15,-1 0-15,1 0 0,17 0-1,18 0 16,18 0-15,-18 0 0,0 0-1,-36 0 1,18 0 0,1 0-1,17 0 1,17 0-1,-35 0 1,1 0 0,-19 0-1,1 0 1,0 0 0,-1 0-1,1 0 32,-36-18 125,1-17-156</inkml:trace>
  <inkml:trace contextRef="#ctx0" brushRef="#br0" timeOffset="52592.99">1940 6985 0,'-17'0'281,"-36"35"-250,35 1 0,0 34-15,18-35 0,0 36-1,0-53 1,0 34-1,0-16 1,18-1 0,0-17-16,17 52 15,0 1 1,-17 35 0,0-36-1,-1 1 1,-17-1-1,0-17 17,0-35-17,0-1 1,0 1 0,-70 106-1,-230 211 1,53-124-1,159-69 1,-1-72 0,54-70-1,18 0 1,-1 0 15,18-18-15,0 1-16,-18-1 15,18-17 1,0 0 15,0-1-15,0 19 0,0-1-1,0 0 1,0 1-1,0-1 17,18 18 15,0 0-16,52 35-16,1 18 17,-1 71-17,-52-54 1,-1 19 0,1-37-1,-18 1 1,0 18-1,0-36 1,0 0 0,0 36-1,0-18 1,-18 106 0,1-71-16,-54 141 15,36-17 1,-36 17-1,-34 36 1,52-124 15,35-88-15,18-18-16,0 18 16,0-18 15,0 53-16,18 1 1,35 52 0,-36-53-1,1-35 1,17-18 0,-17 0-1,17-35 1,89 36-1,-36-19 1,-35-17 15,0 0-15,-18 0 0,-18 0-1,1 0 1,0 0-1,17 0 1,-17 0 15,-1-17 1,1-1-1,-18 0 16,18 18-32,-18-17 32,0-1-31,0 1 15,0-1 0,0 0 1,17 1-17,-17-1 16,0 0 16,18 18-31,70-35 62,-53 17-62</inkml:trace>
  <inkml:trace contextRef="#ctx0" brushRef="#br0" timeOffset="76391.31">3052 12224 0,'141'-18'235,"494"-17"-220,-512 35 1,-17 0 0,17 0-1,-17 0 1,-35 0 0,52 0-1,-52 0 1,52 0-1,107 0 1,-89 0 0,-35 0-1,70 0 1,-88 0 15,0 0-15,-70 0-16,35 0 15,-18 0 1,36 0 0,-18 17-1,35-17 1,106 18 0,-88-18-1,-53 0 1,-18 0-16,71 0 15,-18 0 1,35 0 0,71 0 15,-88 0-31,0 0 31,-53 0-31,88 0 16,-35 0-1,35 0 1,-88 0-16,88 0 16,0-18-1,53 1 1,-106 17 0,-52 0-1,34 0 1,-52 0-1,0 0 1</inkml:trace>
  <inkml:trace contextRef="#ctx0" brushRef="#br0" timeOffset="81209.95">2081 13406 0,'194'-18'203,"106"-17"-188,53 17 1,-88 0 0,-195 18-1,-52 0 16,-1 0-15,1 0 0,0 0-1,35 0 1,105 0 15,-87 0-15,35 0-1,-53 0 1,-18 0 0,0 0-1,18 0 1,-35 0 0,-1 0-1,19 0 1,-19 0 15,36 0-15,-17 0-1,16 0 1,-16 0-16,-1 0 16,0 0 15,18 0-16,-35 0 1,0 0 15,17 0 1,0 18-17,36-18 1,-18 18-1,35-18-15,-35 0 16,0 17 0,-36-17-1,18 18 1,-17-18 0,0 0 15</inkml:trace>
  <inkml:trace contextRef="#ctx0" brushRef="#br0" timeOffset="84115.71">11289 13458 0,'458'-52'219,"-158"-1"-204,0 35 1,-141 0 0,-18 18-1,-53 0 1,-35 0-1,-35 0 1,-1 0 0,1 0-1,0 0 1,35 0 15,-36 0-15,1 0-1,88-17 1,-53 17 0,0-18-1,17 18 1,1 0 0,-18 0-1,0 0 1,-18 0 15,141 0-15,-52 0-1,52 0 1,-123 0-16,88 0 16,0-18 15,18 18-16,-71 0 1,-17 0 0,17 0-1,-35 0 1,35 0 0,18 0-1,-18 0 1,-17 0-1,-54 0-15,54 0 16,-18 0 0,17 0-1,1 0 1,-36 0 15,36 18-15,-54-18-1,36 0 1,-35 0 0,-1 0 15</inkml:trace>
  <inkml:trace contextRef="#ctx0" brushRef="#br0" timeOffset="89237.96">2187 14217 0,'776'35'219,"-105"0"-203,-407-35-1,-123 0 1,18 0 0,17 0-1,18-35 1,18 35 0,-71 0-1,-70 0 16,52 0-15,1 18 0,-18-18-1,17 0 1,1 0 0,-1 0-1,-70 0-15,88 0 16,-35 0-1,17 0 17,1 0-17,-1 0 1,1 0 0,34 0 15,-34 0-16,-1 0 1,-17 0 0,53 0-1,-36 0 1,1 0 0,-53 0-16,87 35 15,-34-35 1,-1 0-1,-35 0-15,1 0 16,-1 0 0,18 0-1,-18 0 1,18 18 0,35-18 15,18 35-16,-18 0 1,53-17 0,-106 0-1,-35-1 1,17-17 0,1 0-1,-53 0 1,17 0-1,-18 0 1,1 0 15,17 0 1,18 0-17,0 0 16,35 0-15,-52 0 0,17 0-1,-1 0 1,-16 0 0,52 0-1,-53 0 1,36-17-1,-54 17 1,19 0-16,-1-18 16,-17 18-1,-1 0 1,1 0-16,0 0 16,-1 0 30,1 0-14,-1-18-17,19 18 1,-1 0 0,0-17-1,-17 17 1,17 0 15,-17 0 0,-1 0-15,19 0 31,-19 0-16,-17-36 110,-53 1-126</inkml:trace>
  <inkml:trace contextRef="#ctx0" brushRef="#br0" timeOffset="97952.04">1958 14587 0,'-35'53'219,"-36"53"-203,1 0-1,17 35 1,-18 0 0,53-88-1,-17 18 1,35-1-1,0-35 1,0 1 0,0-19-16,18 36 15,-18-17 1,0-19 0,0 1-16,0-1 15,0 1 32,0 17 0,0-17-31,-36 17-1,-175 124 1,87-88-1,54-1 1,35-52-16,35-1 16,-18-17-1,0 0 1,18-17 15,0-1 0,0-17 1,0 17-17,0 1 1,18-1 0,-18 0-1,18 1 1,-1-1-1,1 0 1,-1 18 15,1 18 47,0 0-62,17 17 0,-17 53-1,-1-70 1,36 35 0,-53 0-1,18-18 1,-18 35-1,17-52 1,-17 53 0,0-54-1,0 19 1,0 17 0,0 35-1,0 35 16,0-17-15,0-71-16,0 53 16,0 18-1,0 0 1,0-71-16,-17 18 16,17 0-1,0 0 1,0-35-1,0-1 1,17 54 31,1 17-31,0-17-1,17 35 16,-17-71-31,35 71 32,-18-89-32,-18 1 15,1 0-15,0 17 16,-1-17 0,1-1-1,0-17-15,-18 18 31,35-18 1,-17 17-17,123 1 1,-18 0 0,-35 17-1,53-17 16,-105-1-15,-1 1 0,0-18-1,-17 0 79</inkml:trace>
  <inkml:trace contextRef="#ctx0" brushRef="#br0" timeOffset="103969.16">19191 5151 0,'864'-565'203,"-211"1"-172,-618 528-31,18 19 16,-53 34 47,0 19-17</inkml:trace>
  <inkml:trace contextRef="#ctx0" brushRef="#br0" timeOffset="105886.19">7267 6456 0,'106'-35'187,"123"-71"-171,-52 35-1,-54 36 1,-88 35 0,-17 0 15,0 0 47,17 0-47,-17 0 32,17 0-48,0 0 1,18 0 0,-35 0-1,-1 0 16,1 0-31,-18-18 32,0 1-1</inkml:trace>
  <inkml:trace contextRef="#ctx0" brushRef="#br0" timeOffset="107918.41">16439 13511 0,'0'18'500</inkml:trace>
  <inkml:trace contextRef="#ctx0" brushRef="#br0" timeOffset="109852.13">16545 13529 0,'882'-300'203,"-600"212"-188,-158 53 1,-106 35 0,-1 0-1,-17-18 173,0-17-157,0 17 16,-17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8:49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14676 8908 0,'70'0'235,"71"-18"-220,71-17 1,-106 35 15,-36 0-15,-34 0-16,34-18 16,1 18-1,-18 0 1,70 0-1,-17 0 1,-18 0 0,0 0-1,0-18 1,-17 18 0,-36 0-16,53 0 15,-17 0 1,35 0-1,35 0 1,-35 0 0,88-35 15,-88 18-15,0 17-1,-1 0 1,-16 0-1,-19 0 1,36 0 0,-18 0-1,-17 0 1,87 0 0,-52 0-1,0 0 1,0 0-1,-53 0 1,-18 0 0,18 0-1,-18 0 17,36 0-17,-1 0 1,-34 0-1,34 0 1,-17 0 0,18 0-1,52 0 1,-35 0 0,1 0-1,34 0 1,-52 0-1,-36 0 1,71 0 0,-36 0 15,18 0-15,1 17-1,-36-17 1,35 0-1,-35 18 1,0-18 0,0 17-1,-18 1 1,18-18 0,17 18-1,-34-18 1,16 0-1,19 0 1,-18 0 0,0 0-1,-18 0 1,-17 0 0,17 0-1,-17 0 1,-1 0-1,19 0 1,-1 0 0,0 0-1,36 17 1,-18-17 0,-36 0-16,1 0 15,0 0 1,-1 0-1,1 0 1,-1 0 0,54 0-1,0 0 17,-54 0-17,19 18 1,-19-18-1,36 0 17,-18 0-17,1 0 1,52 0 0,-71 0-1,1 0 1,0 0-1,-1 0 17,1 0 30</inkml:trace>
  <inkml:trace contextRef="#ctx0" brushRef="#br0" timeOffset="12086.42">6209 11695 0,'18'0'297,"-1"17"-282,1-17 1,35 0-1,0 18 1,35-18 0,0 17-1,0-17 1,36 0 15,-36 0-15,0 0-1,36-17 1,17 17 0,-71-18-1,54 18 1,-71 0 0,52 0-1,54 0 1,-53-17-1,70-1 1,-70 18 0,18 0-1,-54 0 1,1 0 0,17 0 15,53 0-16,-70 0 1,-36 0 0,53 0-1,-17 0 1,-18 0 0,17 0-1,-35 0 1,36 0-1,17 0 1,0-18 0,-35 18-1,106 0 17,53 0-1,-71 0-16,-71-17 1,72 17 0,-72 0-1,-17 0 1,18 0 0,-19 0-1,-34 0 1,53 0-1,-54 0 17,1 0-17,17 0 32,-35-18 16,-17-35-32,-1 0-15,0 36-1</inkml:trace>
  <inkml:trace contextRef="#ctx0" brushRef="#br0" timeOffset="14421.33">4427 12382 0,'89'0'235,"-1"0"-220,18 18 1,-1-18-1,-34 18 1,-18-18 0,-18 0-1,-17 0 1,-1 0 0,54 0 15,-18 0-16,0 0 1,88 0 0,-35 0-1,-18 0 1,0 0 0,18 0-1,-53 0 1,-18 0-16,53 0 15,-35 0 1,35 0 0,-17 0-1,-18 0 1,-18 0 15,18 0-15,-35 0 15,-1 0-15,1 0-1,0 0 1,-1 0 15,1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9:13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22154 9454 0,'53'0'250,"18"0"-235,-1-17 1,19 17 0,52 0-1,-88 0 16,0 0-15,70 0 0,-17-18-1,35 18 1,-35-17 0,-53 17-1,0 0 1,0 0-1,0 0 1,35-18 0,-53 0-1,36 18 1,34-17 0,-16-1-1,-1 18 16,18 0-15,-18-18 0,0 1-1,-53 17-15,1 0 16,-1 0 0,18 0-1,-36 0-15,19 0 16,52-18-1,-53 18 1,36 0 0,-18 0-1,-36 0 1,1 0-16,17 0 16,0 0-1,1 0 1,-19 0 15,19 0-15,34 0-1,-35 0 1,-17 0 0,17 0-1,-17 0 1,0 0 15,17 0-15,0 0-1,18 0 1,0 0 0,18 0 15,17 18 0,-35-1-15,-36-17 31</inkml:trace>
  <inkml:trace contextRef="#ctx0" brushRef="#br0" timeOffset="6322.53">1834 11236 0,'-17'141'235,"-18"212"-220,17-247 16,18-53-15,-18-36-16,18 1 31,-17-18 32,-54 18-32,36-18-15,-1 0-1,19 0 1,-36 0 0,53-18-1,0 0 32,0 1-16,0-1-15,0 0 0,0 36 77,0 35-77,0-18-16,0 71 16,35 0-1,-35 35 1,0-71 15,0 1-15,0-18-1,0-18 1,0-17 0,18 52-1,-18-17 1,17 18-1,1-1 1,0 19 0,-1-36-1,-17-18 1,18-18 0,0 1-1,-1-18 16,19 18-15,52-1 0,-53 1-1,36-18 1,-1 0 0,-17 0-1,0 0 1,35 0-1,-17 0 1,-1 0 0,19 0-1,-54 0 1,18 0 0,-36 0-16,19 0 15,-1 0 1,0 0 15,-17 0-31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49:31.8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20708 11324 0,'335'-123'203,"406"-54"-187,-529 142-1,-71 35 1,-106 0 0,-17 0-1,-1 0 1,19 18-1,-19 17 17,1 0-17,0-17 1,-18 52 0,35 36-1,-35-53 1,17 53-1,1-35-15,0 87 16,-1-52 0,19 0-1,-19-71-15,-17 1 16,18-1 0,-18-18-1,18 1 1,-1 17-1,71 1 1,1 17 15,52-36-15,-106 1-16,71-1 16,-53-17-1,0 0 1,-18 0-1,-17 0 1,-1 0 0,18-17-1,-35-18 1,0 17 15,0 0-15,-17 18 46,-1 0-30,18 18-1,0 35 0,0 17-15,0 54-1,0 52 1,0 18 0,0-70-1,18-36 1,-18-53-16,0 18 15,0 0 1,0-35 15,17 17-31,-17 71 16,0 17 0,18 1-1,-18-18-15,0 17 16,0-17-1,0-18 1,-18-35 0,18-35 15,0-1 0,-35 19-15,-35-19-1,-36 71 17,-53 36-17,-17-18 1,87-36 0,-34-17-1,70-35 1,18-1-1,17-17 1,1 0 0,-1 0 15,0 0 0,1-35-15,17 0-1,-53-18 1,35 18 15,18-36-15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0:21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5503 13794 0,'283'0'219,"16"53"-203,37-18 15,-231-18-15,-52-17-16,-35 0 15,105 0 1,-17 0 0,71 0-1,-72 18 1,-16-18-1,87 35 1,-70-17 0,17 17-1,1-17 1,-54-18 0,-17 0-1,0 18 16,-18-18-31,71 0 32,18 0-17,-18 0 1,-1 0 0,-52 0-16,36 0 15,-37 0 1,37 0-1,17 0 1,-1 17 0,72 1-1,-19-18 1,-16 0 0,122-18-1,-123 18 1,71-17 15,-141-1-15,87 0-1,-34 1 1,52-19 0,-52 19-1,-36 17 1,-35-18-16,70 18 15,-17 0 1,17-18 0,-17 1-1,0 17 17,-71-18-32,54 18 15,-72 0 1,1 0-1,35 0 1,-36 0 15,19 0-15,-19 0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0:54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3404 14464 0,'18'0'234,"70"0"-218,-70 0-16,88 0 15,-18 18 17,88-18-1,-105 0-16,35 0 1,35 0 0,-71 0-1,36 0 1,-18 17 0,-35-17-1,18 18 1,-54-18-16,72 0 15,-19 17 1,-17-17 0,-35 0-16,52 0 15,18 0 17,89 0-17,-71 0 1,17-17-1,1 17 1,-36 0 0,-18 0-1,54 0 1,-89 0 0,18 0-1,-35 0 1,-1 0-1,19 0 1,-19 0-16,36 0 31,0 0 1,-18 0-17,-17 0 1,35 0-1,-35 0 32,17 0-15,-18 0-1,-52-18 156,18 1-171</inkml:trace>
  <inkml:trace contextRef="#ctx0" brushRef="#br0" timeOffset="6696.38">2981 16228 0,'35'0'312,"-17"0"-296,0 0-16,17 0 15,0 0 1,0 0 0,1 0-1,34 0 1,-35 0 0,1 0-16,-1 0 15,18 0 1,-18 0-1,0 0-15,54 0 16,-36 0 0,35 0-1,-18 0 1,19 0 0,-37 0 15,1 0-16,88 0 1,-17 0 0,-36 0-1,-35 0 1,53 17 0,-36-17-1,-17 0 1,-35 0-16,35 0 15,-18 0 1,71 0 0,-71 18-1,36-18 1,-18 18 15,-18-18-15,18 0-1,0 0 1,0 0 0,17 0-1,1 0 1,-18 0 0,-18 0-1,0 0 1,-17 0-1,0 0 1,17 0-16,-17 0 16,17 0-1,-17 0 1,17 0 0,-18 0 15,1 0 16,35 0-32,-35 0 17,-1 0-1,1 0 0,0 0-15,17 0 15,-18 0-15,1 0 46,-18-18 94,0-17-124,0-18-17,-53-18 1,36 36-1</inkml:trace>
  <inkml:trace contextRef="#ctx0" brushRef="#br0" timeOffset="8930.29">7691 16069 0,'70'0'203,"71"0"-187,0 0-1,18 0 1,17 0 0,-52 0-1,35 0 1,-18-18 0,-35 18 15,70-17-16,-70 17 1,-18-18 0,-53 18-16,18 0 15,0 0 1,18 0 0,52 0-1,-70 0 1,71-18-1,-54 18 1,1-17 0,17-1-1,-18 18 1,-17 0 0,18 0 15,-36 0-16,36 0 1,35 0 0,-54 0-1,19 18 1,17-18 0,-35 0-1,-18 0 1,-17 0-16,0 17 15,-1-17 1,1 0 47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1:12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5750 10460 0,'71'-124'234,"70"-52"-218,459-424-1,-106 177 1,-212 158 0,-194 177-1,-70 88 1,-18 18 62,0-1-47,0 1 32</inkml:trace>
  <inkml:trace contextRef="#ctx0" brushRef="#br0" timeOffset="6906">12612 9790 0,'35'-18'234,"71"-53"-218,-18 36 0,71-35-1,35-89 1,-88 106 0,0-18-1,17 18 1,-88 53-1,-17 0 1,0 0-16,17-17 16,0 17 15,-17 0-15,-1 0-1</inkml:trace>
  <inkml:trace contextRef="#ctx0" brushRef="#br0" timeOffset="19579.38">21149 10072 0,'0'-18'282,"18"1"-267,-1-1-15,36-17 16,-18-1 0,54-17-1,-54 36-15,53-36 16,-35 0-1,0-18 1,0 18 0,-18 18-1,-17 18 1,17-19-16,53 1 16,-17-18-1,-1-17 1,-17 52-1,-35 0 1,0 1 15,-18-1 1,0 0-1,-18 1 16,0 17-32</inkml:trace>
  <inkml:trace contextRef="#ctx0" brushRef="#br0" timeOffset="27294.59">28293 10530 0,'17'-17'281,"19"-1"-266,70-70 1,-54 53 0,-16 17-1,-1 0 1,-17 1 0,-1-1-1,1 18-15,0-18 31,34-17 32,1-18-47,18 18-1,35-18 1,0 0-1,-36 36 1,-52 17 0,123-36-1,-35 1 1,-18 0 0,53-18-1,-123 35 1,17 0-1,-17 18 1,-18-17 47,0-1-17,0 1-30,0-19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1:48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7602 3228 0,'724'-18'219,"-530"-17"-204,476-71 1,-159 53-1,-17 18 1,-300 0-16,212-18 16,-124 53-1,53 0 1,-211 0-16,176 0 16,-71 0-1,-53 0 1,-105-18-16,88 18 15,-53 0 1,-18 0 0,-53 0-1,0 0 79</inkml:trace>
  <inkml:trace contextRef="#ctx0" brushRef="#br0" timeOffset="4092.39">24253 12012 0,'177'-53'219,"317"-35"-188,-353 88 0,-141 18-15,0-1-1,17 71 17,1 18-17,-18-18 1,0 36-1,-18 141 1,-34-89 0,52-70-1,-18-18 1,18-35 0,0-18 15,18-17-16,34 17 1,37 18 0,17-53-1,52 0 17,-87-35-32,35-36 15,-18 1 1,0 17-1,-70 17 1,-18 19 0,0-1-1,0 53 79,-36 89-63,-17 105 1,36-88-17,-1 18 1,1-88-16,17 52 15,-18-17 1,18-18 0,0-35-16,0 88 15,0-35 1,0 141 0,0-106-1,18-18 1,-1 54-1,-17-107 1,0-34 0,0-19-16,0 1 15,0 70 1,-17 18 15,-36 88-15,17-35-1,1-71 1,0-35 0,17-18-1,1-35 17,-36 0-1,0 0-16,0 0 1,-35 0 0,-1 0-1,-16 0 1,16 0 15,36-17-15,36 17-1,-1 0 1,1 0 0,-1 0 15,0 0 0,-17 0 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2:21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19350 10813 0,'212'35'218,"281"106"-202,-404-88 15,-19 0-15,-52-18 0,-1 106-1,1-53-15,0 159 16,17-70-1,-17 34 1,-18-122 0,17-19-1,-17-35 1,0 1 0,0-1-1,18 36 16,17-36-15,-17-18 0,52 1-1,-34-18 1,-1 0 0,-17 0 15,-1 0-16,-17-18 1,0 1 15,-17 17 1,-1 0 30,18 17-46,-18 1-16,1 53 15,-36 123 1,-18 106 0,36-89-1,0-17 1,35-176-1,-18 88 1,18-71 0,-35 53-1,-1 0 1,19 1 0,-1-36-1,1-18 1,-1-18 15,-17-17-31,35 18 16,-36 0-1,1-18 1,-18 0-16,-141 0 16,-106-18-1,89-35 1,105 0-16,-53-17 15,0-19 1,18-16 0,18-1-1</inkml:trace>
  <inkml:trace contextRef="#ctx0" brushRef="#br0" timeOffset="5448.83">12277 8767 0,'88'0'235,"88"0"-220,142 17 1,-195-17 0,1 0-1,-1 0 1,-52 0-1,52 0 17,-70 0-32,106 0 15,53-35 1,-36 17 0,-106 1-16,107-1 15,-71 18 1,-18-18-1,0 18 1,-17 0 0,34 0-1,1 0 1,-35 0 0,-18 0-1,106 0 1,-36 0-1,36 0 1,-18-17 15,18-1-15,52 0 0,-87 18-1,-18 0 1,-54 0-16,1 0 15,18 0 1,-18 0 0,-18 0-16,36 0 15,35 0 1,-54 0 0,1 0-16,36 0 15,16 0 1,-16 0-1,-1 0 17,-53 0-17,89 0 1,-72 0 0,-16 0-1,17 18 1,-18-18-1,71 18 1,17-1 0,-35-17-1,18 0 1,-53 0-16,18 0 16,52 0-1,54 0 1,-89 0-16,141 0 15,-17 0 17,-1 0-17,-87 0 1,-36 0 0,36 0-1,-107 0 1,18 0-1,-17 0 32,35 0-31,-18 0 0,18 0-1,-35 0-15,52 0 16,-17 0-1,0 0 1,0 0 15,-18 0-15,-17 0 0,0 0 15,17 0 0,88 0 0,1-17-15,-1-1 0,-52 0-1,-18 18 1,-18-17-1,0 17 1,-17 0 15,-18-18 47,0-35-62</inkml:trace>
  <inkml:trace contextRef="#ctx0" brushRef="#br0" timeOffset="5931.54">20461 8537 0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9-26T15:53:16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18962 6156 0,'35'0'282,"18"0"-251,88-18-15,-106 18-16,54-17 15,-19 17 1,1 0 15,-36-18-31,53 0 16,36 1-1,-54 17 1,-52 0-16,52-18 16,36 18-1,-35-18 1,35 18-1,-36 0 1,1 0 0,-36 0-16,0 0 15,-17 0 1,35 0 0,17 0-1,-52 0 1,70 0 15,-53 0 0,-17 0-15,0 0 15</inkml:trace>
  <inkml:trace contextRef="#ctx0" brushRef="#br0" timeOffset="1838.69">22401 7108 0,'36'0'250,"-19"0"-235,1 0 1,0 0 47,17 0-32,0 0-16,36 0 1,-1 0 0,54 0-1,-89 0 1,18 0 0,53 0-1,-18 0 1,71-17 15,-53-1-15,52 1-1,-17-1 1,0 18 0,1 0-1,69 0 1,-123 0-1,36 0 1,-18 0 0,-53 0-1,17 0 1,-17 0 0,-35 0-1,-1 0 1,1 0 31,-18-18 62,0-17-93</inkml:trace>
  <inkml:trace contextRef="#ctx0" brushRef="#br0" timeOffset="5762.87">2981 10107 0,'-35'0'234,"-124"-35"-218,18 0 0,17 17-1,-70-17 1,71 35 0,52-18-1,-52 18 1,17 0 15,53 0-15,35 0-16,-17 0 15,18 0 1,-1 0 0,0 0-16,18 18 15,0-1 1,0 1 31,0 0-32,0-1 1,0 36 0,36 53-1,-1-18 1,-18 36-1,1 34 17,-18-87-17,0-1 1,0-17 0,0-35 15,-18 0-16,-34-1 1,-19 19 0,-17-19-16,-18 18 15,0-17 1,0 0 0,-35-18-1,53 0 1,0 0 15,52-18-15,-16 0-1,52 1 1,-18-1 0,18 1-1,0-19 1,0 1-1,0 17 1,0 1 0,18-1 15,17 18-15,-18 0-1,19 0 16,-19 0 1,19 0-17,17 0 1,0 0 0,-18 0-1,-18 0-15,36 0 16,-35 0 15,-18 18 16,0-1 0,0 19-32,0 17 17,0 17-17,-53 18 1,35-17 0,18-36-16,-17 18 15,-1 0 1,1 18-1,-1 17 1,18-53 0,-18 18-1,1 0-15,-1 17 16,-17 54 0,17-71-16,0 53 15,1-36 1,-1 36-1,-17 17 17,35-70-17,-18 0 1,18 71 0,-35 17-1,35 0 1,0 35-1,0-70 1,0 0 0,0-53-16,0 0 15,18 17 1,-18-34 0,0-1-16,17 53 15,1-35 1,17 35 15,0-52-15,-35 16-1,36 1 1,-1-17 0,-17-19-1,17 36 1,-17-35-1,34 0 17,-34-18-17,0 17 1,158 18 0,0 1-1,-17 52 1,-71-70-16,89 17 15,-54 0 17,-17-17-17,-71-1-15,71-17 16,-18 18 0,106-18-1,-70 0 1,-18 0-1,0 0 1,-53 0 0,-18 0-1,0 0 1</inkml:trace>
  <inkml:trace contextRef="#ctx0" brushRef="#br0" timeOffset="11596.22">2399 6244 0,'35'0'313,"36"0"-297,-36 0-16,0 0 15,18 0 16,0 0-31,-35 0 0,17 0 32,36 0-17,-36 0 1,-18 0-16,19 0 16,17 0-1,17 0 1,-17 0-1,-18 0 1,36 0 0,0 18-1,-54-18 1,71 0 0,-35 0-1,18 0 1,-1 0-1,-34 0 1,-1 0 15,18 0-15,-18 0 0,18 0-1,18 0 1,-18 0-1,17 17 1,-52 1 0,35-18-1,-18 0 1,0 0 0,0 0-1,1 0 1,-1 0-1,0 0 1,1 0 15,-19 0-15,19 0 0,-1 0-1,18 0 1,-18 0-1,0 0-15,18 0 16,0 0 0,0 0-1,-35 18-15,52-18 16,-35 0 15,-17 0-15,0 17-1,-18 1 48,17-18-47,-17 18-1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75C11-5AE3-4865-8617-18EFAA422B15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94DA1-57AE-4EEB-B18D-B79245B65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80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05252-E054-4391-B16C-17441CA05F5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125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customXml" Target="../ink/ink8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customXml" Target="../ink/ink13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customXml" Target="../ink/ink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customXml" Target="../ink/ink25.xml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60018" y="2269777"/>
            <a:ext cx="4271962" cy="342900"/>
          </a:xfrm>
          <a:prstGeom prst="roundRect">
            <a:avLst>
              <a:gd name="adj" fmla="val 50000"/>
            </a:avLst>
          </a:prstGeom>
          <a:solidFill>
            <a:srgbClr val="1C3851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16523" y="2345977"/>
            <a:ext cx="495895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SNOWPRO ADVANCED: DATA ENGINEER (DEA-C02)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007" y="2841277"/>
            <a:ext cx="11685984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Snowflake Connectors </a:t>
            </a:r>
            <a:r>
              <a:rPr sz="4200" b="1" i="0" u="none" dirty="0">
                <a:solidFill>
                  <a:srgbClr val="38BDF8"/>
                </a:solidFill>
                <a:latin typeface="Plus Jakarta Sans"/>
              </a:rPr>
              <a:t>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187" y="3645098"/>
            <a:ext cx="10715625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1650" b="0" i="0" u="none" dirty="0">
                <a:solidFill>
                  <a:srgbClr val="94A3B8"/>
                </a:solidFill>
                <a:latin typeface="Plus Jakarta Sans"/>
              </a:rPr>
              <a:t>Lesson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1.5: Deep dive into installation, configuration, internal mechanics, pushdown optimization, and production troubleshooting for Kafka, Spark, Python &amp; Native Connectors.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5253781"/>
            <a:ext cx="11125200" cy="571500"/>
          </a:xfrm>
          <a:prstGeom prst="rect">
            <a:avLst/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5253781"/>
            <a:ext cx="38100" cy="5715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830734"/>
            <a:ext cx="5410200" cy="3289696"/>
          </a:xfrm>
          <a:prstGeom prst="roundRect">
            <a:avLst>
              <a:gd name="adj" fmla="val 34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48400" y="1830734"/>
            <a:ext cx="5410200" cy="3289696"/>
          </a:xfrm>
          <a:prstGeom prst="roundRect">
            <a:avLst>
              <a:gd name="adj" fmla="val 34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110906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1830734"/>
            <a:ext cx="5410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830734"/>
            <a:ext cx="9525" cy="32896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34075" y="1830734"/>
            <a:ext cx="9525" cy="32896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400" y="5110906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48400" y="1830734"/>
            <a:ext cx="5410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8400" y="1830734"/>
            <a:ext cx="9525" cy="32896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49075" y="1830734"/>
            <a:ext cx="9525" cy="32896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12226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08945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295626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2226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708945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295626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Architecture: Connectors vs 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68081"/>
            <a:ext cx="10915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13F12"/>
                </a:solidFill>
                <a:latin typeface="Plus Jakarta Sans"/>
              </a:rPr>
              <a:t>DEA-C02 Exam Note:</a:t>
            </a:r>
            <a:r>
              <a:rPr sz="1050" b="0" i="0" u="none">
                <a:solidFill>
                  <a:srgbClr val="854D0E"/>
                </a:solidFill>
                <a:latin typeface="Plus Jakarta Sans"/>
              </a:rPr>
              <a:t> Distinguish clearly between drivers (JDBC/ODBC) and connectors. Connectors handle framework-native operations like Spark Catalyst plan translation or Kafka topic streaming.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135534"/>
            <a:ext cx="63757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Snowflake Drivers (JDBC / ODBC)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2497484"/>
            <a:ext cx="4953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Standardized low-level protocols designed to establish direct client-server connections over HTTPS/REST.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2135534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Snowflake Connectors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2497484"/>
            <a:ext cx="4953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High-level, ecosystem-specific integration libraries that extend framework capabilities.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" y="3084165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Purpose: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Generic SQL query submission and metadata retrieval.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6325" y="3670845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Clients: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SnowSQL, BI tools (Tableau, PowerBI), custom C++/Go apps.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" y="4257526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Key Behavior: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Executes standard SQL text and returns tabular result sets directly.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1325" y="3084165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Purpose: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Distributed parallel data processing, streaming, &amp; pushdown.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1325" y="3670845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Frameworks: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Apache Kafka, Apache Spark, Python/Pandas, Native Apps.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1325" y="4257526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Key Behavior: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Utilizes internal stages, Arrow batching, &amp; direct streaming APIs.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43035E9-519B-4C63-E9A0-9243A9FD78C3}"/>
                  </a:ext>
                </a:extLst>
              </p14:cNvPr>
              <p14:cNvContentPartPr/>
              <p14:nvPr/>
            </p14:nvContentPartPr>
            <p14:xfrm>
              <a:off x="5759280" y="2724120"/>
              <a:ext cx="5296320" cy="28706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43035E9-519B-4C63-E9A0-9243A9FD78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49920" y="2714760"/>
                <a:ext cx="5315040" cy="288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11288"/>
            <a:ext cx="3555950" cy="3233439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211288"/>
            <a:ext cx="3555950" cy="3233439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211288"/>
            <a:ext cx="3555950" cy="3233439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543520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211288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79825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7950" y="543520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7950" y="2211288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7950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4375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2500" y="543520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2500" y="2211288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2500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48926" y="2211288"/>
            <a:ext cx="9525" cy="323343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40625" y="3942903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535138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075" y="2535138"/>
            <a:ext cx="4286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625" y="2535138"/>
            <a:ext cx="3048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Authentication &amp; Security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3059013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E293B"/>
                </a:solidFill>
                <a:latin typeface="Plus Jakarta Sans"/>
              </a:rPr>
              <a:t>Key-Pair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420963"/>
            <a:ext cx="3174950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RSA 2048/4098-bit public/private key-pair authentication is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mandatory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for automated, non-interactive connector ingestion (Kafka Connector, Snowpipe Streaming).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4792414"/>
            <a:ext cx="31749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Passwords and MFA are NOT supported for automated service account ingestion.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6075" y="3059013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OAuth 2.0 &amp; 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075" y="3420963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Supported by Python and Spark connectors for interactive developer pipelines, web interfaces, and enterprise identity federation (Okta, Azure AD).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6075" y="4556224"/>
            <a:ext cx="31749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Prevents embedding long-lived static credentials in source application code.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5" y="3059013"/>
            <a:ext cx="333369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External Access (EAI) &amp; Secrets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0625" y="3687663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Used by Native Connectors. Snowflake objects securely hold API tokens/credentials accessed via External Access Integrations.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0625" y="4822924"/>
            <a:ext cx="317495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Restricts egress outbound traffic to authorized source endpoints only.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D79F5D6-80B8-8CAF-EAC8-BA950DE5828F}"/>
                  </a:ext>
                </a:extLst>
              </p14:cNvPr>
              <p14:cNvContentPartPr/>
              <p14:nvPr/>
            </p14:nvContentPartPr>
            <p14:xfrm>
              <a:off x="596880" y="3448080"/>
              <a:ext cx="9461880" cy="3048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D79F5D6-80B8-8CAF-EAC8-BA950DE582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7520" y="3438720"/>
                <a:ext cx="9480600" cy="30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911324-B7C9-551B-8BC6-4A28E8375901}"/>
                  </a:ext>
                </a:extLst>
              </p14:cNvPr>
              <p14:cNvContentPartPr/>
              <p14:nvPr/>
            </p14:nvContentPartPr>
            <p14:xfrm>
              <a:off x="2838600" y="2762280"/>
              <a:ext cx="1594080" cy="641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911324-B7C9-551B-8BC6-4A28E83759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29240" y="2752920"/>
                <a:ext cx="1612800" cy="66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18258"/>
            <a:ext cx="54102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rcRect l="5569" r="-1" b="2028"/>
          <a:stretch>
            <a:fillRect/>
          </a:stretch>
        </p:blipFill>
        <p:spPr>
          <a:xfrm>
            <a:off x="6558117" y="2027783"/>
            <a:ext cx="5090958" cy="35274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18308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41178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64049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Kafka Connector Ingestion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018258"/>
            <a:ext cx="71008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Snowpipe vs Snowpipe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380208"/>
            <a:ext cx="52387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 err="1">
                <a:solidFill>
                  <a:srgbClr val="334155"/>
                </a:solidFill>
                <a:latin typeface="Plus Jakarta Sans"/>
              </a:rPr>
              <a:t>Snowpipe</a:t>
            </a: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 (Legacy Mode):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Writes Kafka topics into temporary internal stage files. Calls REST API to trigger COPY INTO commands. Latency: ~1 minute.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03078"/>
            <a:ext cx="52387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Snowpipe Streaming (V4 Default):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Streams rows directly into target micro-partitions without internal stages. Latency: Sub-second to few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025949"/>
            <a:ext cx="52387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Cost Efficiency: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Snowpipe Streaming eliminates staging storage overhead and reduces cloud service credit consumption significantly.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681708-EB26-55FD-09C0-00100AE72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343" y="4869367"/>
            <a:ext cx="2171888" cy="6858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3F23119-050A-A3FA-F5F0-4F5FAB092F03}"/>
                  </a:ext>
                </a:extLst>
              </p14:cNvPr>
              <p14:cNvContentPartPr/>
              <p14:nvPr/>
            </p14:nvContentPartPr>
            <p14:xfrm>
              <a:off x="6572160" y="3308400"/>
              <a:ext cx="4940640" cy="1937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3F23119-050A-A3FA-F5F0-4F5FAB092F0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62800" y="3299040"/>
                <a:ext cx="4959360" cy="195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32273"/>
            <a:ext cx="11125200" cy="3191470"/>
          </a:xfrm>
          <a:prstGeom prst="roundRect">
            <a:avLst>
              <a:gd name="adj" fmla="val 2387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3169890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2325" y="3169890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72125" y="3169890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3830687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62325" y="3830687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72125" y="383068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4284910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2325" y="4284910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72125" y="4284910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955232"/>
            <a:ext cx="2819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2325" y="4955232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2125" y="495523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2925" y="2241798"/>
          <a:ext cx="11106150" cy="317242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73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Configuration Property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Value / Default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DEA-C02 Exam Significance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736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snowflake.ingestion.method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SNOWPIPE_STREAMING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Determines ingestion channel. Modern default bypassing cloud staging.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736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snowflake.enable.schematization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true / 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When true, parses JSON/Avro/Protobuf payloads into structured destination table columns automatically.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736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snowflake.topic2table.map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topic1:tbl1,topic2:tbl2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Explicitly maps Kafka topics to specific Snowflake destination tables.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73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Default Table Columns (false)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RECORD_CONTENT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RECORD_METADATA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Without schematization, raw payload is saved in RECORD_CONTENT (VARIANT) &amp; metadata in RECORD_METADATA (VARIANT).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740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snowflake.private.key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RSA Private Key String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Required for authentication. Passwords/tokens fail in production Kafka Connect.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Kafka Configs &amp; Schematization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513707"/>
            <a:ext cx="3555950" cy="2628751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513707"/>
            <a:ext cx="3555950" cy="2628751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513707"/>
            <a:ext cx="3555950" cy="2628751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513293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51370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79825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7950" y="513293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7950" y="251370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7950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4375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2500" y="513293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2500" y="251370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2500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48926" y="2513707"/>
            <a:ext cx="9525" cy="262875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9150" y="3978622"/>
            <a:ext cx="2628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40625" y="4451002"/>
            <a:ext cx="1104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837557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075" y="2837557"/>
            <a:ext cx="3429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625" y="2837557"/>
            <a:ext cx="390525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Kafka Error Handling &amp; DLQ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361432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Dead Letter Queue (DLQ)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723382"/>
            <a:ext cx="3174950" cy="954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Configure Kafka Connect DLQ (</a:t>
            </a:r>
            <a:endParaRPr lang="en-US" sz="1200" b="0" i="0" u="none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1860"/>
              </a:lnSpc>
            </a:pPr>
            <a:endParaRPr lang="en-IN" sz="1200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) to route poison-pill or malformed messages away from Snowflake without halting topic processing.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6075" y="3361432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Offset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075" y="3723382"/>
            <a:ext cx="3174950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Kafka connector tracks topic offsets natively within Snowflake internal metadata tables to guarantee exact-once delivery semantics for Snowpipe Streaming.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0625" y="3361432"/>
            <a:ext cx="385137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Schema Evolution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5" y="3723382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With schematization enabled, new fields in Avro/Protobuf schemas trigger automatic table column additions if user role has privilege on target 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250" y="3958176"/>
            <a:ext cx="3171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errors.deadletterqueue.topic.name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92898D7-985C-C828-483D-DDDA3E3DA692}"/>
                  </a:ext>
                </a:extLst>
              </p14:cNvPr>
              <p14:cNvContentPartPr/>
              <p14:nvPr/>
            </p14:nvContentPartPr>
            <p14:xfrm>
              <a:off x="1098720" y="4178160"/>
              <a:ext cx="1886040" cy="1274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92898D7-985C-C828-483D-DDDA3E3DA6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9360" y="4168800"/>
                <a:ext cx="1904760" cy="14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3400" y="960090"/>
            <a:ext cx="53721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987153" y="3074789"/>
            <a:ext cx="723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77728" y="3074789"/>
            <a:ext cx="723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68303" y="3074789"/>
            <a:ext cx="8001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39878" y="3074789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457200"/>
            <a:ext cx="7050881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Spark Connector &amp; Pushdown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678" y="2107109"/>
            <a:ext cx="70508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Query &amp; Predicate Pushdown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678" y="2469059"/>
            <a:ext cx="11196484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The Snowflake Connector for Spark optimizes performance by translating Spark Catalyst execution plans into native Snowflake SQL.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677" y="3055739"/>
            <a:ext cx="9642987" cy="46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Operations like ,</a:t>
            </a:r>
            <a:r>
              <a:rPr lang="en-US" sz="1200" b="0" i="0" u="none" dirty="0">
                <a:solidFill>
                  <a:srgbClr val="334155"/>
                </a:solidFill>
                <a:latin typeface="Plus Jakarta Sans"/>
              </a:rPr>
              <a:t>                                                                                                      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, , and run directly on Snowflake Virtual Warehouses, minimizing network data transfer.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4316" y="3054103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filter()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6310" y="3073153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select()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7847" y="3067505"/>
            <a:ext cx="971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 err="1">
                <a:solidFill>
                  <a:srgbClr val="0369A1"/>
                </a:solidFill>
                <a:latin typeface="JetBrains Mono"/>
              </a:rPr>
              <a:t>groupBy</a:t>
            </a: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3874" y="3055739"/>
            <a:ext cx="742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join()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D854FC-7655-4D1A-BA3E-C8B2F8B35C81}"/>
                  </a:ext>
                </a:extLst>
              </p14:cNvPr>
              <p14:cNvContentPartPr/>
              <p14:nvPr/>
            </p14:nvContentPartPr>
            <p14:xfrm>
              <a:off x="1117440" y="2502000"/>
              <a:ext cx="7925400" cy="285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D854FC-7655-4D1A-BA3E-C8B2F8B35C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8080" y="2492640"/>
                <a:ext cx="7944120" cy="30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353419"/>
            <a:ext cx="11125200" cy="2949178"/>
          </a:xfrm>
          <a:prstGeom prst="roundRect">
            <a:avLst>
              <a:gd name="adj" fmla="val 2583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3709541"/>
            <a:ext cx="19572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00163" y="3709541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47642" y="3709541"/>
            <a:ext cx="6701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4163764"/>
            <a:ext cx="19572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00163" y="4163764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47642" y="4163764"/>
            <a:ext cx="6701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4617987"/>
            <a:ext cx="195723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00163" y="4617987"/>
            <a:ext cx="2447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47642" y="4617987"/>
            <a:ext cx="67014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2925" y="2362944"/>
          <a:ext cx="11106148" cy="2930128"/>
        </p:xfrm>
        <a:graphic>
          <a:graphicData uri="http://schemas.openxmlformats.org/drawingml/2006/table">
            <a:tbl>
              <a:tblPr/>
              <a:tblGrid>
                <a:gridCol w="1957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0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Spark Concept /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Snowflake 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DEA-C02 Exam Critical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0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Transfer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Internal / External Staging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transfers utilize staging storage (S3/GCS/Azure) via compressed Parquet/CSV files using parallel worker threads.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Pushdown 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Utils.getLastSelect()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Execute in Scala/Python Spark shell to inspect the generated SQL string pushed down to Snowflake.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Complex Types Mapping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VARIANT Column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Spark StructType, ArrayType, and MapType map directly to Snowflake VARIANT.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8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Pushdown Configuration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sfOptions("pushdown", "on")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Enabled by default. Disabling forces full dataset download into Spark cluster RAM (high cost/latency).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Spark Staging &amp; Type Mapping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D5BE90-1D16-F891-C66F-1285920A7220}"/>
                  </a:ext>
                </a:extLst>
              </p14:cNvPr>
              <p14:cNvContentPartPr/>
              <p14:nvPr/>
            </p14:nvContentPartPr>
            <p14:xfrm>
              <a:off x="1219320" y="3390840"/>
              <a:ext cx="8185320" cy="1276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D5BE90-1D16-F891-C66F-1285920A72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9960" y="3381480"/>
                <a:ext cx="8204040" cy="129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67012"/>
            <a:ext cx="5410200" cy="2121991"/>
          </a:xfrm>
          <a:prstGeom prst="roundRect">
            <a:avLst>
              <a:gd name="adj" fmla="val 538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0050" y="3148012"/>
            <a:ext cx="20955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67900" y="3734692"/>
            <a:ext cx="9525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0" y="3970883"/>
            <a:ext cx="23241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753742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340423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Python Connector &amp; Key-Pair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7203" y="3289845"/>
            <a:ext cx="1702593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284C7"/>
                </a:solidFill>
                <a:latin typeface="Plus Jakarta Sans"/>
              </a:rPr>
              <a:t>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3828" y="4147095"/>
            <a:ext cx="2369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369A1"/>
                </a:solidFill>
                <a:latin typeface="Plus Jakarta Sans"/>
              </a:rPr>
              <a:t>Faster Bulk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767012"/>
            <a:ext cx="5943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Low-Level Driver &amp; Apache Arrow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128962"/>
            <a:ext cx="55054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The native Python driver (</a:t>
            </a:r>
            <a:endParaRPr lang="en-US" sz="1200" b="0" i="0" u="none" dirty="0">
              <a:solidFill>
                <a:srgbClr val="334155"/>
              </a:solidFill>
              <a:latin typeface="Plus Jakarta Sans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) provides direct access to Snowflake SQL execution and result cursor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625" y="3156908"/>
            <a:ext cx="2505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snowflake-connector-python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715642"/>
            <a:ext cx="52387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Key-Pair Setup: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Pass raw private key bytes via parameter in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302323"/>
            <a:ext cx="52387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Apache Arrow Engine: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Result sets are fetched natively in C-accelerated PyArrow buffers for fast memory layout translation.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989933"/>
            <a:ext cx="2790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0369A1"/>
                </a:solidFill>
                <a:latin typeface="JetBrains Mono"/>
              </a:rPr>
              <a:t>snowflake.connector.connect()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FD18762-277B-7D81-3DAE-E90A5EC89256}"/>
                  </a:ext>
                </a:extLst>
              </p14:cNvPr>
              <p14:cNvContentPartPr/>
              <p14:nvPr/>
            </p14:nvContentPartPr>
            <p14:xfrm>
              <a:off x="8680320" y="3384720"/>
              <a:ext cx="1251360" cy="63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FD18762-277B-7D81-3DAE-E90A5EC892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70960" y="3375360"/>
                <a:ext cx="1270080" cy="8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19350"/>
            <a:ext cx="5410200" cy="2817316"/>
          </a:xfrm>
          <a:prstGeom prst="roundRect">
            <a:avLst>
              <a:gd name="adj" fmla="val 40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7925" y="2444670"/>
            <a:ext cx="5410200" cy="2817316"/>
          </a:xfrm>
          <a:prstGeom prst="roundRect">
            <a:avLst>
              <a:gd name="adj" fmla="val 40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3400" y="5227141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419350"/>
            <a:ext cx="5410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419350"/>
            <a:ext cx="9525" cy="28173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34075" y="2419350"/>
            <a:ext cx="9525" cy="28173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5227141"/>
            <a:ext cx="5410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8400" y="2419350"/>
            <a:ext cx="5410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400" y="2419350"/>
            <a:ext cx="9525" cy="28173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49075" y="2419350"/>
            <a:ext cx="9525" cy="28173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625" y="2790825"/>
            <a:ext cx="11811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625" y="3341340"/>
            <a:ext cx="25527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09875" y="4042320"/>
            <a:ext cx="342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6325" y="4042320"/>
            <a:ext cx="4562475" cy="445740"/>
          </a:xfrm>
          <a:prstGeom prst="roundRect">
            <a:avLst>
              <a:gd name="adj" fmla="val 85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91325" y="3691830"/>
            <a:ext cx="14859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91325" y="4298224"/>
            <a:ext cx="17907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10880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06137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648051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710880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4297560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Python Bulk Load &amp; Arrow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724150"/>
            <a:ext cx="63757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086100"/>
            <a:ext cx="4953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High-performance batch ingestion helper function in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2724150"/>
            <a:ext cx="56673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Vectorized Result Fetching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3086100"/>
            <a:ext cx="4953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Retrieving high-volume result sets without client memory exhaustion.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6400" y="2789903"/>
            <a:ext cx="116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0369A1"/>
                </a:solidFill>
                <a:latin typeface="JetBrains Mono"/>
              </a:rPr>
              <a:t>write_pandas</a:t>
            </a: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775" y="3360390"/>
            <a:ext cx="3076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0369A1"/>
                </a:solidFill>
                <a:latin typeface="JetBrains Mono"/>
              </a:rPr>
              <a:t>snowflake.connector.pandas_tools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" y="3672780"/>
            <a:ext cx="5805487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Converts Pandas DataFrame to local Parquet files.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325" y="4023270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Automatically executes to internal stage and triggers 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" y="4609951"/>
            <a:ext cx="5805487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Bypasses row-by-row SQL parsing entirely.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1325" y="3870870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: Returns entire dataset directly as a Pandas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DataFrame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850" y="4655640"/>
            <a:ext cx="46863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: Returns an iterator over </a:t>
            </a:r>
            <a:r>
              <a:rPr sz="1200" b="0" i="0" u="none" dirty="0" err="1">
                <a:solidFill>
                  <a:srgbClr val="334155"/>
                </a:solidFill>
                <a:latin typeface="Plus Jakarta Sans"/>
              </a:rPr>
              <a:t>DataFrames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for chunked pipeline processing.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67025" y="4238550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138" y="4238550"/>
            <a:ext cx="4543425" cy="40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COPY INTO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1812" y="3701355"/>
            <a:ext cx="1743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 err="1">
                <a:solidFill>
                  <a:srgbClr val="0369A1"/>
                </a:solidFill>
                <a:latin typeface="JetBrains Mono"/>
              </a:rPr>
              <a:t>fetch_pandas_all</a:t>
            </a: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5150" y="4308398"/>
            <a:ext cx="2124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 dirty="0" err="1">
                <a:solidFill>
                  <a:srgbClr val="0369A1"/>
                </a:solidFill>
                <a:latin typeface="JetBrains Mono"/>
              </a:rPr>
              <a:t>fetch_pandas_batches</a:t>
            </a:r>
            <a:r>
              <a:rPr sz="1050" b="1" i="0" u="none" dirty="0">
                <a:solidFill>
                  <a:srgbClr val="0369A1"/>
                </a:solidFill>
                <a:latin typeface="JetBrains Mono"/>
              </a:rPr>
              <a:t>()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6715EF2-7D66-B405-9748-E8BD90CAB848}"/>
                  </a:ext>
                </a:extLst>
              </p14:cNvPr>
              <p14:cNvContentPartPr/>
              <p14:nvPr/>
            </p14:nvContentPartPr>
            <p14:xfrm>
              <a:off x="1111320" y="844560"/>
              <a:ext cx="10255680" cy="36324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6715EF2-7D66-B405-9748-E8BD90CAB8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1960" y="835200"/>
                <a:ext cx="10274400" cy="365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631727"/>
            <a:ext cx="3555950" cy="2392560"/>
          </a:xfrm>
          <a:prstGeom prst="roundRect">
            <a:avLst>
              <a:gd name="adj" fmla="val 4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17950" y="2631727"/>
            <a:ext cx="3555950" cy="2392560"/>
          </a:xfrm>
          <a:prstGeom prst="roundRect">
            <a:avLst>
              <a:gd name="adj" fmla="val 4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02500" y="2631727"/>
            <a:ext cx="3555950" cy="2392560"/>
          </a:xfrm>
          <a:prstGeom prst="roundRect">
            <a:avLst>
              <a:gd name="adj" fmla="val 4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501476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63172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79825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7950" y="501476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7950" y="263172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7950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4375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2500" y="5014763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2500" y="2631727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2500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48926" y="2631727"/>
            <a:ext cx="9525" cy="2392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56075" y="3860452"/>
            <a:ext cx="2838450" cy="445740"/>
          </a:xfrm>
          <a:prstGeom prst="roundRect">
            <a:avLst>
              <a:gd name="adj" fmla="val 85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31200" y="4332833"/>
            <a:ext cx="571500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955577"/>
            <a:ext cx="4286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075" y="2955577"/>
            <a:ext cx="428625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625" y="2955577"/>
            <a:ext cx="342900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Native Connectors &amp; EAIs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479452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Native App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841402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Managed applications (ServiceNow, Salesforce, Postgres, MySQL) installed from Marketplace that run </a:t>
            </a:r>
            <a:r>
              <a:rPr sz="1200" b="0" i="1" u="none">
                <a:solidFill>
                  <a:srgbClr val="334155"/>
                </a:solidFill>
                <a:latin typeface="Plus Jakarta Sans"/>
              </a:rPr>
              <a:t>inside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your Snowflake account using serverless tasks.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6075" y="3479452"/>
            <a:ext cx="40421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External Access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075" y="3841402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Snowflake EAIs combined with allow Native Apps secure outbound HTTPS egress access to external SaaS/RDBMS source APIs.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0625" y="3479452"/>
            <a:ext cx="385137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Secrets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625" y="3841402"/>
            <a:ext cx="31749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Source API credentials (OAuth tokens, passwords) are stored securely in Snowflake objects and bound to the EAI instance.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81B4A96-0788-770C-F774-2FF2349BF3DD}"/>
                  </a:ext>
                </a:extLst>
              </p14:cNvPr>
              <p14:cNvContentPartPr/>
              <p14:nvPr/>
            </p14:nvContentPartPr>
            <p14:xfrm>
              <a:off x="5950080" y="2432160"/>
              <a:ext cx="3740400" cy="864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81B4A96-0788-770C-F774-2FF2349BF3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40720" y="2422800"/>
                <a:ext cx="3759120" cy="88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960090"/>
            <a:ext cx="11125200" cy="2857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327820"/>
            <a:ext cx="11125200" cy="2295525"/>
          </a:xfrm>
          <a:prstGeom prst="roundRect">
            <a:avLst>
              <a:gd name="adj" fmla="val 33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4756695"/>
            <a:ext cx="11125200" cy="571500"/>
          </a:xfrm>
          <a:prstGeom prst="rect">
            <a:avLst/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4756695"/>
            <a:ext cx="38100" cy="57150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3255912"/>
            <a:ext cx="15714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14401" y="3255912"/>
            <a:ext cx="3737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1475" y="3255912"/>
            <a:ext cx="2155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07399" y="3255912"/>
            <a:ext cx="3641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2925" y="3700611"/>
            <a:ext cx="15714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14401" y="3700611"/>
            <a:ext cx="3737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1475" y="3700611"/>
            <a:ext cx="2155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7399" y="3700611"/>
            <a:ext cx="3641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2925" y="4154834"/>
            <a:ext cx="15714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14401" y="4154834"/>
            <a:ext cx="37370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1475" y="4154834"/>
            <a:ext cx="21559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7399" y="4154834"/>
            <a:ext cx="3641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2925" y="2337345"/>
          <a:ext cx="11106149" cy="2276475"/>
        </p:xfrm>
        <a:graphic>
          <a:graphicData uri="http://schemas.openxmlformats.org/drawingml/2006/table">
            <a:tbl>
              <a:tblPr/>
              <a:tblGrid>
                <a:gridCol w="1571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7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Connector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Integration Objective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Authentication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Underlying Snowflake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Kafka Connector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Real-time event topic ingestion from Kafka clusters.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RSA Key-Pair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Snowpipe Streaming API / Internal Staging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Spark Connector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Distributed ETL, ML preprocessing, batch analytics.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Key-Pair / OAuth / User-Pass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Catalyst SQL Pushdown &amp; Cloud Storage Staging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Python Connector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Scripted workflows, custom apps, Pandas pipelines.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Key-Pair / OAuth / SSO / Pass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PyArrow zero-copy buffers &amp; write_pandas COPY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Native Connectors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Turnkey SaaS/RDBMS ingestion (ServiceNow, MySQL).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Snowflake SECRET &amp; EAIs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Serverless Tasks, Stored Procedures &amp; EAIs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3400" y="457200"/>
            <a:ext cx="11658600" cy="417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369A1"/>
                </a:solidFill>
                <a:latin typeface="Plus Jakarta Sans"/>
              </a:rPr>
              <a:t>DEA-C02 Exam Comparison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70995"/>
            <a:ext cx="10915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13F12"/>
                </a:solidFill>
                <a:latin typeface="Plus Jakarta Sans"/>
              </a:rPr>
              <a:t>Final Exam Strategy:</a:t>
            </a:r>
            <a:r>
              <a:rPr sz="1050" b="0" i="0" u="none">
                <a:solidFill>
                  <a:srgbClr val="854D0E"/>
                </a:solidFill>
                <a:latin typeface="Plus Jakarta Sans"/>
              </a:rPr>
              <a:t> Remember that Kafka Connector V4 defaults to Snowpipe Streaming with schematization, Spark Connector pushes operations down to Snowflake warehouses, Python uses PyArrow for zero-copy memory reads, and Native Connectors rely on EAIs &amp; Secrets.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F2F7495-D7FE-35D6-2053-B8E092A331B5}"/>
                  </a:ext>
                </a:extLst>
              </p14:cNvPr>
              <p14:cNvContentPartPr/>
              <p14:nvPr/>
            </p14:nvContentPartPr>
            <p14:xfrm>
              <a:off x="2413080" y="2654280"/>
              <a:ext cx="1333800" cy="108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F2F7495-D7FE-35D6-2053-B8E092A331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3720" y="2644920"/>
                <a:ext cx="1352520" cy="12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95937"/>
            <a:ext cx="10972800" cy="72851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5595937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33400"/>
            <a:ext cx="2667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576262"/>
            <a:ext cx="3309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HANDS-ON MASTERCLASS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81126"/>
            <a:ext cx="7869270" cy="512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Implementations: </a:t>
            </a: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Connectors</a:t>
            </a:r>
            <a:endParaRPr kumimoji="0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245494"/>
            <a:ext cx="9239250" cy="6075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3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Step-by-Step Implementation of Python, Spark, Kafka, and Native Application Connectors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72162"/>
            <a:ext cx="53340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03590"/>
            <a:ext cx="53340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 Engineers, Cloud Architects, DBAs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600" y="5872162"/>
            <a:ext cx="70104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PREREQUISITES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6103590"/>
            <a:ext cx="70104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ACCOUNTADMIN, Docker, Python 3.10+, Java 11+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32992"/>
            <a:ext cx="11125200" cy="802481"/>
          </a:xfrm>
          <a:prstGeom prst="roundRect">
            <a:avLst>
              <a:gd name="adj" fmla="val 14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2968823"/>
            <a:ext cx="11125200" cy="802481"/>
          </a:xfrm>
          <a:prstGeom prst="roundRect">
            <a:avLst>
              <a:gd name="adj" fmla="val 14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3400" y="3904654"/>
            <a:ext cx="11125200" cy="802481"/>
          </a:xfrm>
          <a:prstGeom prst="roundRect">
            <a:avLst>
              <a:gd name="adj" fmla="val 14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3400" y="4840485"/>
            <a:ext cx="11125200" cy="802481"/>
          </a:xfrm>
          <a:prstGeom prst="roundRect">
            <a:avLst>
              <a:gd name="adj" fmla="val 142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1525" y="2234207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1525" y="3170039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1525" y="4105870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1525" y="5041701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WORKSHOP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Workshop Objectives &amp; Architecture 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2234207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3170039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4105870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5041701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075" y="2213967"/>
            <a:ext cx="1082992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Connector for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075" y="2447329"/>
            <a:ext cx="10829925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DB-API 2.0, RSA Key-Pair Auth, high-performance Pandas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075" y="3149798"/>
            <a:ext cx="1082992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Connector for 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075" y="3383160"/>
            <a:ext cx="10829925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Pushdown optimization, Catalyst engine execution, bulk staging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075" y="4085629"/>
            <a:ext cx="1082992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Kafka Connector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075" y="4318992"/>
            <a:ext cx="10829925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Streaming pipelines, Snowpipe architecture, Snowpipe Streaming API 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075" y="5021460"/>
            <a:ext cx="1082992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Native Application Connectors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075" y="5254823"/>
            <a:ext cx="10829925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Marketplace apps, External Access Integrations, Streamlit UI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Environment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381548"/>
            <a:ext cx="10588113" cy="417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-- Step 1: Create Dedicated Role and Warehouse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ROLE ACCOUNTADMIN;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ROLE IF NOT EXISTS CONNECTOR_WORKSHOP_ROLE;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WAREHOUSE IF NOT EXISTS CONNECTOR_WH 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   WITH WAREHOUSE_SIZE = 'XSMALL' 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   AUTO_SUSPEND = 60 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   AUTO_RESUME = TRUE;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-- Step 2: Create Target Database and Schemas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DATABASE IF NOT EXISTS CONNECTOR_DEMO_DB;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SCHEMA IF NOT EXISTS CONNECTOR_DEMO_DB.PYTHON_SCHEMA;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SCHEMA IF NOT EXISTS CONNECTOR_DEMO_DB.SPARK_SCHEMA;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SCHEMA IF NOT EXISTS CONNECTOR_DEMO_DB.KAFKA_SCHEMA;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SCHEMA IF NOT EXISTS CONNECTOR_DEMO_DB.NATIVE_APP_SCHEMA;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-- Step 3: Grant Permissions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GRANT USAGE ON WAREHOUSE CONNECTOR_WH TO ROLE CONNECTOR_WORKSHOP_ROLE;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GRANT ALL ON DATABASE CONNECTOR_DEMO_DB TO ROLE CONNECTOR_WORKSHOP_ROLE;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GRANT ALL ON ALL SCHEMAS IN DATABASE CONNECTOR_DEMO_DB TO ROLE CONNECTOR_WORKSHOP_ROLE;</a:t>
            </a: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GRANT ROLE CONNECTOR_WORKSHOP_ROLE TO USER CURRENT_USER();</a:t>
            </a:r>
            <a:endParaRPr kumimoji="0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7D9F4-6EC8-F415-C366-D5F2A2E0B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64" y="1344749"/>
            <a:ext cx="11451871" cy="46332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6D09B3-6EE2-81F9-17BD-6F3AD5824E9F}"/>
                  </a:ext>
                </a:extLst>
              </p14:cNvPr>
              <p14:cNvContentPartPr/>
              <p14:nvPr/>
            </p14:nvContentPartPr>
            <p14:xfrm>
              <a:off x="1212840" y="2978280"/>
              <a:ext cx="9658800" cy="276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6D09B3-6EE2-81F9-17BD-6F3AD5824E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3480" y="2968920"/>
                <a:ext cx="9677520" cy="278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9896" y="3886199"/>
            <a:ext cx="11125200" cy="1869132"/>
          </a:xfrm>
          <a:prstGeom prst="roundRect">
            <a:avLst>
              <a:gd name="adj" fmla="val 509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1880592"/>
            <a:ext cx="3555950" cy="1817191"/>
          </a:xfrm>
          <a:prstGeom prst="roundRect">
            <a:avLst>
              <a:gd name="adj" fmla="val 62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17950" y="1880592"/>
            <a:ext cx="3555950" cy="1817191"/>
          </a:xfrm>
          <a:prstGeom prst="roundRect">
            <a:avLst>
              <a:gd name="adj" fmla="val 62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02500" y="1880592"/>
            <a:ext cx="3555950" cy="1817191"/>
          </a:xfrm>
          <a:prstGeom prst="roundRect">
            <a:avLst>
              <a:gd name="adj" fmla="val 62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1524" y="2794992"/>
            <a:ext cx="2876243" cy="450502"/>
          </a:xfrm>
          <a:prstGeom prst="roundRect">
            <a:avLst>
              <a:gd name="adj" fmla="val 8457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11871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2118717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2118717"/>
            <a:ext cx="2571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 TYPE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Connector: Overview &amp;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825" y="4066985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Local Terminal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656" y="4423537"/>
            <a:ext cx="10744200" cy="1017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Create and activate virtual environment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python -m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venv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snowflake_env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source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snowflake_env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/bin/activate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Install connector with pandas support extensions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pip install "snowflake-connector-python[pandas]"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2461617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Core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2775942"/>
            <a:ext cx="2876243" cy="422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Pure Python package () compliant with DB-API 2.0 standard.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075" y="2461617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Key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075" y="2775942"/>
            <a:ext cx="31749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Arrow interface integration, SSO/MFA support, and native Pandas DataFrame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2461617"/>
            <a:ext cx="38513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Primary Use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775942"/>
            <a:ext cx="31749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Custom ETL data pipelines, Airflow DAG execution, ML preprocessing, and web applications.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3316104"/>
            <a:ext cx="2419350" cy="4124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snowflake-connector-python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41CC8A-A0F1-A30E-B2FC-5C8E0B2ABF43}"/>
                  </a:ext>
                </a:extLst>
              </p14:cNvPr>
              <p14:cNvContentPartPr/>
              <p14:nvPr/>
            </p14:nvContentPartPr>
            <p14:xfrm>
              <a:off x="6369120" y="2946240"/>
              <a:ext cx="60984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41CC8A-A0F1-A30E-B2FC-5C8E0B2ABF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9760" y="2936880"/>
                <a:ext cx="62856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19375"/>
            <a:ext cx="11125200" cy="1647229"/>
          </a:xfrm>
          <a:prstGeom prst="roundRect">
            <a:avLst>
              <a:gd name="adj" fmla="val 578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4457104"/>
            <a:ext cx="11125200" cy="1038671"/>
          </a:xfrm>
          <a:prstGeom prst="roundRect">
            <a:avLst>
              <a:gd name="adj" fmla="val 917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Authentication Setup: RSA Key-Pair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806023"/>
            <a:ext cx="11658600" cy="2485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Enterprise security standard: Avoid passwords in code by configuring RSA public/private key pairs.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758517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Terminal: Generate Key 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037012"/>
            <a:ext cx="10744200" cy="811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Step 1: Generate Private Key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openssl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genrsa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-out snowflake_tf_key.p8 2048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Step 2: Extract Public Key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openssl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rsa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-in snowflake_tf_key.p8 -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pubout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-out snowflake_tf_key.pub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4529430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-- Snowflake Worksheet: Assign Public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809423"/>
            <a:ext cx="107442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ROLE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ACCOUNTADMIN;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ALTER USER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CURRENT_USER()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SET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RSA_PUBLIC_KEY=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'MIIBIjANBgkqhkiG9w0BAQEFAAOCAQ8AMIIBCgKCAQEA...'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E2EE682-0ED4-6E43-9BE8-E1234D12D569}"/>
                  </a:ext>
                </a:extLst>
              </p14:cNvPr>
              <p14:cNvContentPartPr/>
              <p14:nvPr/>
            </p14:nvContentPartPr>
            <p14:xfrm>
              <a:off x="730080" y="3441600"/>
              <a:ext cx="591120" cy="70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E2EE682-0ED4-6E43-9BE8-E1234D12D5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720" y="3432240"/>
                <a:ext cx="609840" cy="8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37208"/>
            <a:ext cx="1924665" cy="522766"/>
          </a:xfrm>
          <a:prstGeom prst="roundRect">
            <a:avLst>
              <a:gd name="adj" fmla="val 17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Code Implementation: Connecting &amp; Querying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437233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01_python_connect.py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211E6B-343C-B68F-7E47-5A9C630D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19" y="1237208"/>
            <a:ext cx="6302286" cy="55249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0D19BF-7F08-4EB8-689E-F8B93558D5B3}"/>
                  </a:ext>
                </a:extLst>
              </p14:cNvPr>
              <p14:cNvContentPartPr/>
              <p14:nvPr/>
            </p14:nvContentPartPr>
            <p14:xfrm>
              <a:off x="5435640" y="2463840"/>
              <a:ext cx="1625760" cy="154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0D19BF-7F08-4EB8-689E-F8B93558D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6280" y="2454480"/>
                <a:ext cx="1644480" cy="156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8847" y="1455446"/>
            <a:ext cx="11125200" cy="4457104"/>
          </a:xfrm>
          <a:prstGeom prst="roundRect">
            <a:avLst>
              <a:gd name="adj" fmla="val 213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High-Performance Ingestion with write_pandas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318579"/>
            <a:ext cx="10744200" cy="3068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import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pandas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pd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from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snowflake.connector.pandas_tools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import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write_pandas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Create Sample High-Volume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DataFrame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df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=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pd.DataFrame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({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'CUSTOMER_ID'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range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(1001, 1010),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'TRANSACTION_AMOUNT'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[19.99, 150.00, 89.50, 4.20, 999.99, 45.10, 12.00, 500.25, 78.30],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'STATUS'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[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'PENDING'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'FAILED'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'PENDING'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'FAILED'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] })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Execute Fast Batch Load via Internal Stage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success,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nchunks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nrows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_ =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write_pandas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 conn=conn,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df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=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df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table_name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=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'CUSTOMER_TRANSACTIONS'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auto_create_table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=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True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overwrite=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True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print(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f"Success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{success} | Rows Uploaded: {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nrows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} across {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nchunks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} chunk(s)."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8BBA89-D870-E792-D259-4ED071374453}"/>
                  </a:ext>
                </a:extLst>
              </p14:cNvPr>
              <p14:cNvContentPartPr/>
              <p14:nvPr/>
            </p14:nvContentPartPr>
            <p14:xfrm>
              <a:off x="1244520" y="469800"/>
              <a:ext cx="4826520" cy="4997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8BBA89-D870-E792-D259-4ED0713744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5160" y="460440"/>
                <a:ext cx="4845240" cy="501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37208"/>
            <a:ext cx="11125200" cy="2566689"/>
          </a:xfrm>
          <a:prstGeom prst="roundRect">
            <a:avLst>
              <a:gd name="adj" fmla="val 44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4070598"/>
            <a:ext cx="11125200" cy="2661493"/>
          </a:xfrm>
          <a:prstGeom prst="roundRect">
            <a:avLst>
              <a:gd name="adj" fmla="val 3578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Snowsight UI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1475333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UI Navigation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1866334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1865858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Open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Snowsight UI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229177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228701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Navigate: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Databases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2592020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591544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Select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CONNECTOR_DEMO_DB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PYTHON_SCHEMA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2954863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954387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Click table: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CUSTOMER_TRANSACTIONS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3317706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317230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Inspect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 Preview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tab.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270623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-- SQL Worksheet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729740"/>
            <a:ext cx="10744200" cy="1017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ROLE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CONNECTOR_WORKSHOP_ROLE;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DATABASE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CONNECTOR_DEMO_DB;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SCHEMA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PYTHON_SCHEMA;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SELECT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STATUS,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COUNT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(*)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TOTAL_COUNT,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SUM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(TRANSACTION_AMOUNT)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TOTAL_VALUE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FROM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CUSTOMER_TRANSACTIONS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GROUP BY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STATUS;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284B53-0564-2454-B1D5-4BB7E8CA9244}"/>
                  </a:ext>
                </a:extLst>
              </p14:cNvPr>
              <p14:cNvContentPartPr/>
              <p14:nvPr/>
            </p14:nvContentPartPr>
            <p14:xfrm>
              <a:off x="2292480" y="5695920"/>
              <a:ext cx="7480440" cy="27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284B53-0564-2454-B1D5-4BB7E8CA92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3120" y="5686560"/>
                <a:ext cx="7499160" cy="29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497665"/>
            <a:ext cx="10819171" cy="4671707"/>
          </a:xfrm>
          <a:prstGeom prst="roundRect">
            <a:avLst>
              <a:gd name="adj" fmla="val 247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Parameterized Queries &amp; Exception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99" y="1685136"/>
            <a:ext cx="10819171" cy="4300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from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snowflake.connector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import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errors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try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Secure parameterized query execution using placeholders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query =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"SELECT * FROM CUSTOMER_TRANSACTIONS WHERE STATUS = %s AND TRANSACTION_AMOUNT &gt; %s"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cursor.execute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(query, (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'COMPLETED'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, 50.00))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results =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cursor.fetchall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for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row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in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results: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print(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f"High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-Value Order: ID={row[0]}, Amount=${row[1]}"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except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errors.ProgrammingError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as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err: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print(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f"Programming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Error: {err.msg} (Code: {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err.errno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})"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)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finally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: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cursor.close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()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conn.close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()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538FE7-A920-7B70-ED5A-FE5740BECA91}"/>
                  </a:ext>
                </a:extLst>
              </p14:cNvPr>
              <p14:cNvContentPartPr/>
              <p14:nvPr/>
            </p14:nvContentPartPr>
            <p14:xfrm>
              <a:off x="1968480" y="939960"/>
              <a:ext cx="3416760" cy="11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538FE7-A920-7B70-ED5A-FE5740BECA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9120" y="930600"/>
                <a:ext cx="3435480" cy="13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711350"/>
            <a:ext cx="355595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17950" y="2711350"/>
            <a:ext cx="355595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02500" y="2711350"/>
            <a:ext cx="3555950" cy="2253257"/>
          </a:xfrm>
          <a:prstGeom prst="roundRect">
            <a:avLst>
              <a:gd name="adj" fmla="val 50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75300" y="4006750"/>
            <a:ext cx="914400" cy="219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6650" y="4238178"/>
            <a:ext cx="990600" cy="219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256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0256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0256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315902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625" y="315902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5888" y="3159025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Python Connector Summary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635275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987700"/>
            <a:ext cx="30225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Use RSA Key-Pair authentication in production. Avoid plaintext passwords in configuration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275" y="3635275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Ingestion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275" y="3987700"/>
            <a:ext cx="3022550" cy="4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Avoid row-by-row loops. Leverage for bulk staging.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6825" y="3635275"/>
            <a:ext cx="37751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Resource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6825" y="3987700"/>
            <a:ext cx="302255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Always explicitly close connection objects or use Python context managers to prevent socket leaks.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5675" y="3810073"/>
            <a:ext cx="1123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INSERT INTO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750" y="4257228"/>
            <a:ext cx="1200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write_pandas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7D7CEE9-1E42-708A-7A3C-957B9EEF7283}"/>
                  </a:ext>
                </a:extLst>
              </p14:cNvPr>
              <p14:cNvContentPartPr/>
              <p14:nvPr/>
            </p14:nvContentPartPr>
            <p14:xfrm>
              <a:off x="2184480" y="2984400"/>
              <a:ext cx="8013960" cy="1848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7D7CEE9-1E42-708A-7A3C-957B9EEF728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75120" y="2975040"/>
                <a:ext cx="8032680" cy="186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4364980"/>
            <a:ext cx="11125200" cy="954881"/>
          </a:xfrm>
          <a:prstGeom prst="roundRect">
            <a:avLst>
              <a:gd name="adj" fmla="val 1197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2833389"/>
            <a:ext cx="4848225" cy="1302990"/>
          </a:xfrm>
          <a:prstGeom prst="roundRect">
            <a:avLst>
              <a:gd name="adj" fmla="val 87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10375" y="2833389"/>
            <a:ext cx="4848225" cy="1302990"/>
          </a:xfrm>
          <a:prstGeom prst="roundRect">
            <a:avLst>
              <a:gd name="adj" fmla="val 87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3109614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327526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350386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425" y="3109614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 TYPE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Connector: Overview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356246"/>
            <a:ext cx="11658600" cy="2485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Connects Apache Spark clusters (Databricks, EMR, local Spark) directly to Snowflake.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603105"/>
            <a:ext cx="114204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Pushdown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4874567"/>
            <a:ext cx="11420475" cy="207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0C4A6E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Translates Spark SQL physical plans into native Snowflake SQL, offloading filtering, aggregation, and joins directly to Snowflake.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410" y="3452514"/>
            <a:ext cx="5638204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Apache Spark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653" y="3666827"/>
            <a:ext cx="5369718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DataFrame / Spark SQL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50" y="3094285"/>
            <a:ext cx="1238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Pushdown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025" y="3732460"/>
            <a:ext cx="1409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Bulk Staged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385" y="3452514"/>
            <a:ext cx="5638204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9628" y="3666827"/>
            <a:ext cx="5369718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Virtual Warehouse Compute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CCE0E3B-0439-CB01-97B4-BFE3DB332EF8}"/>
                  </a:ext>
                </a:extLst>
              </p14:cNvPr>
              <p14:cNvContentPartPr/>
              <p14:nvPr/>
            </p14:nvContentPartPr>
            <p14:xfrm>
              <a:off x="1028520" y="4819680"/>
              <a:ext cx="1505520" cy="63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CCE0E3B-0439-CB01-97B4-BFE3DB332E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9160" y="4810320"/>
                <a:ext cx="1524240" cy="8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17589"/>
            <a:ext cx="11125200" cy="1414462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4222551"/>
            <a:ext cx="11125200" cy="1155694"/>
          </a:xfrm>
          <a:prstGeom prst="roundRect">
            <a:avLst>
              <a:gd name="adj" fmla="val 1139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Environment Prerequisites &amp; Maven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855714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Required Maven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4353064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Terminal: PySpark Shell Launch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743246"/>
            <a:ext cx="11420475" cy="2028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pyspark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--packages net.snowflake:spark-snowflake_2.12:2.12.0-spark_3.3,net.snowflake:snowflake-jdbc:3.14.0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208615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208139"/>
            <a:ext cx="11229975" cy="254793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net.snowflake:spark-snowflake_2.12:2.12.0-spark_3.3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39609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539132"/>
            <a:ext cx="11229975" cy="254793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net.snowflake:snowflake-jdbc:3.14.0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7CEA2B-4420-A556-68D2-DE54D4600FC7}"/>
                  </a:ext>
                </a:extLst>
              </p14:cNvPr>
              <p14:cNvContentPartPr/>
              <p14:nvPr/>
            </p14:nvContentPartPr>
            <p14:xfrm>
              <a:off x="907920" y="3435480"/>
              <a:ext cx="5779080" cy="1587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7CEA2B-4420-A556-68D2-DE54D4600F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560" y="3426120"/>
                <a:ext cx="5797800" cy="160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" y="1594394"/>
            <a:ext cx="1493581" cy="411387"/>
          </a:xfrm>
          <a:prstGeom prst="roundRect">
            <a:avLst>
              <a:gd name="adj" fmla="val 21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Read Implementation with Pushdown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706537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02_spark_read.py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877B6-C756-FD26-0B19-91098F4A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607" y="1481254"/>
            <a:ext cx="6297088" cy="53767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High-Performance Write Operation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BFEA32-C7D8-6D71-7168-AEBCD34F1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961" y="1188285"/>
            <a:ext cx="6193548" cy="5585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72268D-38E2-C7ED-D3D9-80FDAD9778A9}"/>
                  </a:ext>
                </a:extLst>
              </p14:cNvPr>
              <p14:cNvContentPartPr/>
              <p14:nvPr/>
            </p14:nvContentPartPr>
            <p14:xfrm>
              <a:off x="3213000" y="4622760"/>
              <a:ext cx="4997880" cy="160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72268D-38E2-C7ED-D3D9-80FDAD9778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3640" y="4613400"/>
                <a:ext cx="5016600" cy="161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37208"/>
            <a:ext cx="11125200" cy="2705695"/>
          </a:xfrm>
          <a:prstGeom prst="roundRect">
            <a:avLst>
              <a:gd name="adj" fmla="val 42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4209603"/>
            <a:ext cx="11125200" cy="1444376"/>
          </a:xfrm>
          <a:prstGeom prst="roundRect">
            <a:avLst>
              <a:gd name="adj" fmla="val 659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2175" y="2699146"/>
            <a:ext cx="1600200" cy="200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19575" y="3042939"/>
            <a:ext cx="762000" cy="200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Snowsight UI Verification &amp; Query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936253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Activity Inspection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308205"/>
            <a:ext cx="1143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307728"/>
            <a:ext cx="11229975" cy="248542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Open Snowsight →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Activity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</a:t>
            </a: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Query History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51998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651521"/>
            <a:ext cx="11229975" cy="248542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Filter by string: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995791"/>
            <a:ext cx="15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995314"/>
            <a:ext cx="8049448" cy="238079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Observe how Spark executed an implicit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                           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command to stage data via internal stage before writing.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642544"/>
            <a:ext cx="10744200" cy="60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USE ROLE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CONNECTOR_WORKSHOP_ROLE; </a:t>
            </a:r>
            <a:endParaRPr kumimoji="0" lang="en-US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25" b="0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Fira Code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SELECT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*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FROM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CONNECTOR_DEMO_DB.SPARK_SCHEMA.SPARK_PROCESSED_DATA;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0275" y="2718196"/>
            <a:ext cx="19240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SPARK_PROCESSED_DATA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9575" y="3100820"/>
            <a:ext cx="971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COPY INTO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DA8B48-9F53-6E0A-51B3-E6D5A8F6BA26}"/>
                  </a:ext>
                </a:extLst>
              </p14:cNvPr>
              <p14:cNvContentPartPr/>
              <p14:nvPr/>
            </p14:nvContentPartPr>
            <p14:xfrm>
              <a:off x="1778040" y="5429160"/>
              <a:ext cx="1752840" cy="114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DA8B48-9F53-6E0A-51B3-E6D5A8F6BA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8680" y="5419800"/>
                <a:ext cx="1771560" cy="13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323230"/>
            <a:ext cx="11125200" cy="943272"/>
          </a:xfrm>
          <a:prstGeom prst="roundRect">
            <a:avLst>
              <a:gd name="adj" fmla="val 12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2695128"/>
            <a:ext cx="11125200" cy="928538"/>
          </a:xfrm>
          <a:prstGeom prst="roundRect">
            <a:avLst>
              <a:gd name="adj" fmla="val 12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3400" y="4052292"/>
            <a:ext cx="11125200" cy="943272"/>
          </a:xfrm>
          <a:prstGeom prst="roundRect">
            <a:avLst>
              <a:gd name="adj" fmla="val 12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33400" y="5424189"/>
            <a:ext cx="11125200" cy="928538"/>
          </a:xfrm>
          <a:prstGeom prst="roundRect">
            <a:avLst>
              <a:gd name="adj" fmla="val 1230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225697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132323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1323230"/>
            <a:ext cx="38100" cy="94327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649075" y="1323230"/>
            <a:ext cx="9525" cy="9432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" y="3614142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400" y="2695128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2695128"/>
            <a:ext cx="38100" cy="92853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649075" y="2695128"/>
            <a:ext cx="9525" cy="92853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3400" y="4986039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4052292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3400" y="4052292"/>
            <a:ext cx="38100" cy="94327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649075" y="4052292"/>
            <a:ext cx="9525" cy="9432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3400" y="6343203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3400" y="5424189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" y="5424189"/>
            <a:ext cx="38100" cy="92853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649075" y="5424189"/>
            <a:ext cx="9525" cy="92853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2409378"/>
            <a:ext cx="1143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3766542"/>
            <a:ext cx="1143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5138439"/>
            <a:ext cx="1143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DEEP DIVE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Pushdown Optimization Mechanics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1561355"/>
            <a:ext cx="113919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1. Spark Query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1820316"/>
            <a:ext cx="11391900" cy="2080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df.filter(col("AMOUNT") &gt; 100)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executed in PySpark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2933253"/>
            <a:ext cx="113919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2. Catalyst Optimizer 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3192214"/>
            <a:ext cx="113919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connector inspects Spark's logical execution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4290417"/>
            <a:ext cx="113919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3. Native SQL Translation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" y="4549378"/>
            <a:ext cx="11391900" cy="2080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Translates plan directly into native query: </a:t>
            </a: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SELECT * FROM table WHERE AMOUNT &gt;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5662314"/>
            <a:ext cx="11391900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Result: Massive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5921275"/>
            <a:ext cx="113919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0C4A6E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Saves Spark driver/worker memory and minimizes network transfer costs.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389B7A-21B9-30CD-512C-21B33769BBAA}"/>
                  </a:ext>
                </a:extLst>
              </p14:cNvPr>
              <p14:cNvContentPartPr/>
              <p14:nvPr/>
            </p14:nvContentPartPr>
            <p14:xfrm>
              <a:off x="533520" y="743040"/>
              <a:ext cx="5029560" cy="4089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389B7A-21B9-30CD-512C-21B33769B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160" y="733680"/>
                <a:ext cx="5048280" cy="410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892921"/>
            <a:ext cx="3555950" cy="1890117"/>
          </a:xfrm>
          <a:prstGeom prst="roundRect">
            <a:avLst>
              <a:gd name="adj" fmla="val 6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17950" y="2892921"/>
            <a:ext cx="3555950" cy="1890117"/>
          </a:xfrm>
          <a:prstGeom prst="roundRect">
            <a:avLst>
              <a:gd name="adj" fmla="val 6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02500" y="2892921"/>
            <a:ext cx="3555950" cy="1890117"/>
          </a:xfrm>
          <a:prstGeom prst="roundRect">
            <a:avLst>
              <a:gd name="adj" fmla="val 6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169146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3169146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3169146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 Connector Production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550146"/>
            <a:ext cx="394209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Version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64471"/>
            <a:ext cx="3098750" cy="642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Ensure strict matching between </a:t>
            </a: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spark-snowflake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package and </a:t>
            </a: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snowflake-jdbc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driver versions.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175" y="3550146"/>
            <a:ext cx="394209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Keep Pushdown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175" y="3864471"/>
            <a:ext cx="309875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Never disable query pushdown optimization unless troubleshooting unsupported UDFs.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550146"/>
            <a:ext cx="38132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Staging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3864471"/>
            <a:ext cx="3098750" cy="631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For multi-terabyte jobs, configure external S3 or GCS buckets via </a:t>
            </a: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tempdir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for intermediate files.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BB524B6-4C15-3FE1-DF88-3F3596254229}"/>
                  </a:ext>
                </a:extLst>
              </p14:cNvPr>
              <p14:cNvContentPartPr/>
              <p14:nvPr/>
            </p14:nvContentPartPr>
            <p14:xfrm>
              <a:off x="1809720" y="3759120"/>
              <a:ext cx="8090280" cy="628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BB524B6-4C15-3FE1-DF88-3F35962542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0360" y="3749760"/>
                <a:ext cx="8109000" cy="64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3548657"/>
            <a:ext cx="2538412" cy="1055786"/>
          </a:xfrm>
          <a:prstGeom prst="roundRect">
            <a:avLst>
              <a:gd name="adj" fmla="val 10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95662" y="3548657"/>
            <a:ext cx="2538412" cy="1055786"/>
          </a:xfrm>
          <a:prstGeom prst="roundRect">
            <a:avLst>
              <a:gd name="adj" fmla="val 10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57925" y="3548657"/>
            <a:ext cx="2538412" cy="1055786"/>
          </a:xfrm>
          <a:prstGeom prst="roundRect">
            <a:avLst>
              <a:gd name="adj" fmla="val 10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20187" y="3548657"/>
            <a:ext cx="2538412" cy="1055786"/>
          </a:xfrm>
          <a:prstGeom prst="roundRect">
            <a:avLst>
              <a:gd name="adj" fmla="val 108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12" y="4000351"/>
            <a:ext cx="952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4000351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637" y="4000351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306" y="374868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568" y="374868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56" y="3748682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5093" y="3748682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 TYPE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Connector: Event Streaming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071514"/>
            <a:ext cx="11658600" cy="2485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Streams continuous event records from Apache Kafka topics directly into Snowflake tables.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305" y="4034432"/>
            <a:ext cx="2806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Producer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29" y="4224932"/>
            <a:ext cx="2672953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JSON / Avro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1568" y="4034432"/>
            <a:ext cx="2806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392" y="4224932"/>
            <a:ext cx="2672953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orders_stream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3830" y="4034432"/>
            <a:ext cx="2806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654" y="4224932"/>
            <a:ext cx="2672953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6093" y="4034432"/>
            <a:ext cx="2806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Target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917" y="4224932"/>
            <a:ext cx="2672953" cy="1794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RECORD_CONTENT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8D3F08B-3A99-72F0-8D0D-FD56F7588DA6}"/>
                  </a:ext>
                </a:extLst>
              </p14:cNvPr>
              <p14:cNvContentPartPr/>
              <p14:nvPr/>
            </p14:nvContentPartPr>
            <p14:xfrm>
              <a:off x="6432480" y="3187800"/>
              <a:ext cx="1968840" cy="1765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8D3F08B-3A99-72F0-8D0D-FD56F7588D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23120" y="3178440"/>
                <a:ext cx="1987560" cy="178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15132"/>
            <a:ext cx="11125200" cy="3645693"/>
          </a:xfrm>
          <a:prstGeom prst="roundRect">
            <a:avLst>
              <a:gd name="adj" fmla="val 261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Snowflake Infrastructure &amp; Security Prep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3FCD0F-38F8-84A4-69BE-7FCB78B6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822" y="2015132"/>
            <a:ext cx="6180356" cy="36579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F5DF14-DA5B-ADD0-88F1-35B100F45DD9}"/>
                  </a:ext>
                </a:extLst>
              </p14:cNvPr>
              <p14:cNvContentPartPr/>
              <p14:nvPr/>
            </p14:nvContentPartPr>
            <p14:xfrm>
              <a:off x="3708360" y="3632040"/>
              <a:ext cx="3321360" cy="1600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F5DF14-DA5B-ADD0-88F1-35B100F45D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9000" y="3622680"/>
                <a:ext cx="3340080" cy="161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008607"/>
            <a:ext cx="11432458" cy="5746154"/>
          </a:xfrm>
          <a:prstGeom prst="roundRect">
            <a:avLst>
              <a:gd name="adj" fmla="val 247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SnowflakeKafkaConnector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connector.class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com.snowflake.kafka.connector.SnowflakeSinkConnector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tasks.max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topics=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orders_stream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snowflake.url.name=xy12345.us-east-1.snowflakecomputing.com:443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snowflake.user.name=KAFKA_SERVICE_USER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snowflake.private.key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MIIEowIBAAKCAQEA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snowflake.database.name=CONNECTOR_DEMO_DB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snowflake.schema.name=KAFKA_SCHEMA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snowflake.role.name=KAFKA_CONNECTOR_ROLE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 Ingestion Format Settings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key.converter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org.apache.kafka.connect.storage.StringConverter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value.converter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org.apache.kafka.connect.json.JsonConverter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value.converter.schemas.enable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=false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 Buffer Settings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buffer.count.records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=10000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buffer.flush.time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=60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buffer.size.bytes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=5000000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Configuration File: SF_kafka_connector.properties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FE8C56-DDCB-C86A-1BA8-098B639E9652}"/>
                  </a:ext>
                </a:extLst>
              </p14:cNvPr>
              <p14:cNvContentPartPr/>
              <p14:nvPr/>
            </p14:nvContentPartPr>
            <p14:xfrm>
              <a:off x="368280" y="590400"/>
              <a:ext cx="7118640" cy="5899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FE8C56-DDCB-C86A-1BA8-098B639E96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920" y="581040"/>
                <a:ext cx="7137360" cy="591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602706"/>
            <a:ext cx="11125200" cy="1038671"/>
          </a:xfrm>
          <a:prstGeom prst="roundRect">
            <a:avLst>
              <a:gd name="adj" fmla="val 917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3831877"/>
            <a:ext cx="11125200" cy="1241524"/>
          </a:xfrm>
          <a:prstGeom prst="roundRect">
            <a:avLst>
              <a:gd name="adj" fmla="val 767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Launching Kafka Connect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963316"/>
            <a:ext cx="107442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wget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https://repo1.maven.org/maven2/com/snowflake/snowflake-kafka-connector/1.9.1/snowflake-kafka-connector-1.9.1.jar \ -P $KAFKA_HOME/libs/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031902"/>
            <a:ext cx="11420475" cy="1757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3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# Step 2: Start Standalone Connect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264818"/>
            <a:ext cx="10744200" cy="608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$KAFKA_HOME/bin/connect-standalone.sh \ $KAFKA_HOME/config/connect-standalone.properties \ SF_kafka_connector.properties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0361E0-6EFF-296F-3560-BE5E966ABE28}"/>
                  </a:ext>
                </a:extLst>
              </p14:cNvPr>
              <p14:cNvContentPartPr/>
              <p14:nvPr/>
            </p14:nvContentPartPr>
            <p14:xfrm>
              <a:off x="1593720" y="3156120"/>
              <a:ext cx="6020280" cy="1314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0361E0-6EFF-296F-3560-BE5E966ABE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60" y="3146760"/>
                <a:ext cx="6039000" cy="133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805558"/>
            <a:ext cx="11125200" cy="835818"/>
          </a:xfrm>
          <a:prstGeom prst="roundRect">
            <a:avLst>
              <a:gd name="adj" fmla="val 11396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3831877"/>
            <a:ext cx="11125200" cy="1038671"/>
          </a:xfrm>
          <a:prstGeom prst="roundRect">
            <a:avLst>
              <a:gd name="adj" fmla="val 917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Publishing Test Data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122041"/>
            <a:ext cx="11420475" cy="2028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$KAFKA_HOME/bin/kafka-console-producer.sh --topic 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orders_stream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--bootstrap-server localhost:9092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148359"/>
            <a:ext cx="107442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{"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order_id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": "ORD_101", "customer": "Alice", "amount": 250.00, "timestamp": "2026-03-29T10:00:00Z"} {"</a:t>
            </a: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order_id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": "ORD_102", "customer": "Bob", "amount": 12.50, "timestamp": "2026-03-29T10:01:00Z"}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EB2145-86AF-D187-33D9-4023B22D8857}"/>
                  </a:ext>
                </a:extLst>
              </p14:cNvPr>
              <p14:cNvContentPartPr/>
              <p14:nvPr/>
            </p14:nvContentPartPr>
            <p14:xfrm>
              <a:off x="546120" y="3340080"/>
              <a:ext cx="8591760" cy="137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EB2145-86AF-D187-33D9-4023B22D88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760" y="3330720"/>
                <a:ext cx="8610480" cy="139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320956"/>
            <a:ext cx="11206316" cy="2949196"/>
          </a:xfrm>
          <a:prstGeom prst="roundRect">
            <a:avLst>
              <a:gd name="adj" fmla="val 33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Parsing Semi-Structured Kafka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CC408-D77B-7CF4-E58E-4D3A0CA8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41" y="2320956"/>
            <a:ext cx="5585944" cy="29491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1AD959-1501-D68F-89AF-A60CE5978757}"/>
                  </a:ext>
                </a:extLst>
              </p14:cNvPr>
              <p14:cNvContentPartPr/>
              <p14:nvPr/>
            </p14:nvContentPartPr>
            <p14:xfrm>
              <a:off x="7454880" y="3956040"/>
              <a:ext cx="895680" cy="127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1AD959-1501-D68F-89AF-A60CE59787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5520" y="3946680"/>
                <a:ext cx="914400" cy="129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5660231"/>
            <a:ext cx="11125200" cy="778668"/>
          </a:xfrm>
          <a:prstGeom prst="roundRect">
            <a:avLst>
              <a:gd name="adj" fmla="val 1223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1237208"/>
            <a:ext cx="11125200" cy="2021085"/>
          </a:xfrm>
          <a:prstGeom prst="roundRect">
            <a:avLst>
              <a:gd name="adj" fmla="val 5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3400" y="3486894"/>
            <a:ext cx="11125200" cy="2021085"/>
          </a:xfrm>
          <a:prstGeom prst="roundRect">
            <a:avLst>
              <a:gd name="adj" fmla="val 5655"/>
            </a:avLst>
          </a:prstGeom>
          <a:solidFill>
            <a:srgbClr val="F0F9F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KAFKA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Snowpipe Streaming &amp; Latency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6036022"/>
            <a:ext cx="11420475" cy="2028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0" i="0" u="none" strike="noStrike" kern="1200" cap="none" spc="0" normalizeH="0" baseline="0" noProof="0" dirty="0" err="1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snowflake.ingestion.method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=SNOWPIPE_STREAMING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475333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Classic Snowpipe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725019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Snowpipe Streaming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1809184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1808708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Writes batch files to internal stage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2133927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2133451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Latency: ~1 minute interval.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2458670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458194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Incurs internal staging storage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4058870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058394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Direct rowset streaming to table storage.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383613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383137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Sub-second latency</a:t>
            </a: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708356"/>
            <a:ext cx="9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707880"/>
            <a:ext cx="11229975" cy="248542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Significantly reduces compute &amp; stage costs.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274912-DE16-F0F5-01FD-37184D2966F1}"/>
                  </a:ext>
                </a:extLst>
              </p14:cNvPr>
              <p14:cNvContentPartPr/>
              <p14:nvPr/>
            </p14:nvContentPartPr>
            <p14:xfrm>
              <a:off x="1981080" y="4965840"/>
              <a:ext cx="2197440" cy="101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274912-DE16-F0F5-01FD-37184D2966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1720" y="4956480"/>
                <a:ext cx="2216160" cy="12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237208"/>
            <a:ext cx="11125200" cy="2303859"/>
          </a:xfrm>
          <a:prstGeom prst="roundRect">
            <a:avLst>
              <a:gd name="adj" fmla="val 49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33400" y="3769667"/>
            <a:ext cx="11125200" cy="2669232"/>
          </a:xfrm>
          <a:prstGeom prst="roundRect">
            <a:avLst>
              <a:gd name="adj" fmla="val 428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1525" y="4391620"/>
            <a:ext cx="1064895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1525" y="4905970"/>
            <a:ext cx="1064895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1525" y="5420320"/>
            <a:ext cx="1064895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873894"/>
            <a:ext cx="106489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 TYPE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Native Application Framework 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331094"/>
            <a:ext cx="1142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Next-Gen Native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683519"/>
            <a:ext cx="11420475" cy="220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Installed directly into your Snowflake account from Marketplace. Runs inside a secure sandbox—no external cloud hosting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007792"/>
            <a:ext cx="11420475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EXECUTION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505920"/>
            <a:ext cx="10515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Streamlit UI Setup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App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020270"/>
            <a:ext cx="10515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External Access Integration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Egress to SaaS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534620"/>
            <a:ext cx="10515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Target Analytics Tables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→ Automated Scheduled Sync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5E0A38-A10A-EAEA-2889-F6A9487BE973}"/>
                  </a:ext>
                </a:extLst>
              </p14:cNvPr>
              <p14:cNvContentPartPr/>
              <p14:nvPr/>
            </p14:nvContentPartPr>
            <p14:xfrm>
              <a:off x="1073160" y="5207040"/>
              <a:ext cx="2813400" cy="654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5E0A38-A10A-EAEA-2889-F6A9487BE9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3800" y="5197680"/>
                <a:ext cx="2832120" cy="67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3123158"/>
            <a:ext cx="2667000" cy="142964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352800" y="3123158"/>
            <a:ext cx="2667000" cy="142964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72200" y="3123158"/>
            <a:ext cx="2667000" cy="142964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91600" y="3123158"/>
            <a:ext cx="2667000" cy="142964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NATIVE CONNECTORS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Step-by-Step Setup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51758"/>
            <a:ext cx="2305050" cy="972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400" y="3351758"/>
            <a:ext cx="2305050" cy="972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51758"/>
            <a:ext cx="2305050" cy="972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3351758"/>
            <a:ext cx="2305050" cy="972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675608"/>
            <a:ext cx="287535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928020"/>
            <a:ext cx="2286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Find application in Snowflake Marketplace (e.g. Salesforce).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3675608"/>
            <a:ext cx="287535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3928020"/>
            <a:ext cx="2286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Click 'Get' to instantiate the app package in your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675608"/>
            <a:ext cx="287535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928020"/>
            <a:ext cx="2286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Set External Access Rules, Network Rules, and Secrets.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675608"/>
            <a:ext cx="2875359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9725" y="3928020"/>
            <a:ext cx="2286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Configure table mappings via built-in Streamlit interface.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1222FAE-B2E6-B09F-5CB7-2A5A94155017}"/>
                  </a:ext>
                </a:extLst>
              </p14:cNvPr>
              <p14:cNvContentPartPr/>
              <p14:nvPr/>
            </p14:nvContentPartPr>
            <p14:xfrm>
              <a:off x="2070000" y="3162240"/>
              <a:ext cx="8611200" cy="628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1222FAE-B2E6-B09F-5CB7-2A5A941550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0640" y="3152880"/>
                <a:ext cx="8629920" cy="64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15132"/>
            <a:ext cx="11125200" cy="3645693"/>
          </a:xfrm>
          <a:prstGeom prst="roundRect">
            <a:avLst>
              <a:gd name="adj" fmla="val 261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NATIVE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Configuring External Network Access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91238-373F-9162-C54B-24C1A450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554" y="2015132"/>
            <a:ext cx="6196891" cy="36456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6BB989-38C1-ED61-830E-CF32594F2924}"/>
                  </a:ext>
                </a:extLst>
              </p14:cNvPr>
              <p14:cNvContentPartPr/>
              <p14:nvPr/>
            </p14:nvContentPartPr>
            <p14:xfrm>
              <a:off x="2736720" y="1035000"/>
              <a:ext cx="6553800" cy="4642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6BB989-38C1-ED61-830E-CF32594F29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7360" y="1025640"/>
                <a:ext cx="6572520" cy="466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522339"/>
            <a:ext cx="11125200" cy="2631430"/>
          </a:xfrm>
          <a:prstGeom prst="roundRect">
            <a:avLst>
              <a:gd name="adj" fmla="val 3619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NATIVE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Managing Workflows via SQL API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419305-4B97-0B6D-16AE-E8849AEED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40" y="2583872"/>
            <a:ext cx="6676608" cy="25698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8C3EBA-4645-AEE1-9A5C-355617F9C4BC}"/>
                  </a:ext>
                </a:extLst>
              </p14:cNvPr>
              <p14:cNvContentPartPr/>
              <p14:nvPr/>
            </p14:nvContentPartPr>
            <p14:xfrm>
              <a:off x="4419720" y="3073320"/>
              <a:ext cx="2997360" cy="194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8C3EBA-4645-AEE1-9A5C-355617F9C4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360" y="3063960"/>
                <a:ext cx="3016080" cy="196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618904"/>
            <a:ext cx="14888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22276" y="3618904"/>
            <a:ext cx="2070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92326" y="3618904"/>
            <a:ext cx="1476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69148" y="3618904"/>
            <a:ext cx="1948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18052" y="3618904"/>
            <a:ext cx="4140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4095154"/>
            <a:ext cx="14888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22276" y="4095154"/>
            <a:ext cx="2070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92326" y="4095154"/>
            <a:ext cx="1476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69148" y="4095154"/>
            <a:ext cx="1948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18052" y="4095154"/>
            <a:ext cx="4140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4571404"/>
            <a:ext cx="14888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22276" y="4571404"/>
            <a:ext cx="2070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92326" y="4571404"/>
            <a:ext cx="1476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569148" y="4571404"/>
            <a:ext cx="1948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18052" y="4571404"/>
            <a:ext cx="4140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3400" y="5047654"/>
            <a:ext cx="14888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22276" y="5047654"/>
            <a:ext cx="2070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092326" y="5047654"/>
            <a:ext cx="14768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569148" y="5047654"/>
            <a:ext cx="1948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18052" y="5047654"/>
            <a:ext cx="4140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33400" y="2690217"/>
          <a:ext cx="11125198" cy="2371725"/>
        </p:xfrm>
        <a:graphic>
          <a:graphicData uri="http://schemas.openxmlformats.org/drawingml/2006/table">
            <a:tbl>
              <a:tblPr/>
              <a:tblGrid>
                <a:gridCol w="1488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8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Primary Use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Self-Hosted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Micro-batch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Custom Pipelines, Data Science, Airflow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Spark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Cluster-Managed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Batch Load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Large-Scale ETL, Databricks, Big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Kafka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Connect Cluster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Sub-Second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Real-Time Streaming, IoT, Microservices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Native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Serverless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Auto-Scale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Scheduled Sync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SaaS Ingestion (Salesforce, ServiceNow)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33400" y="419100"/>
            <a:ext cx="11658600" cy="1933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ARCHITECTURAL DECISION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88627"/>
            <a:ext cx="116586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Connector Type Comparison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3905547"/>
            <a:ext cx="11125200" cy="816768"/>
          </a:xfrm>
          <a:prstGeom prst="roundRect">
            <a:avLst>
              <a:gd name="adj" fmla="val 116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5757416"/>
            <a:ext cx="11125200" cy="6814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3400" y="1774180"/>
            <a:ext cx="5448300" cy="1096267"/>
          </a:xfrm>
          <a:prstGeom prst="roundRect">
            <a:avLst>
              <a:gd name="adj" fmla="val 1042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1774180"/>
            <a:ext cx="5448300" cy="1096267"/>
          </a:xfrm>
          <a:prstGeom prst="roundRect">
            <a:avLst>
              <a:gd name="adj" fmla="val 1042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5757416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44574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19100"/>
            <a:ext cx="7057522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Production Security &amp; Resource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184600"/>
            <a:ext cx="11420475" cy="2028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9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CREATE RESOURCE MONITOR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CONNECTOR_MONITOR </a:t>
            </a:r>
            <a:r>
              <a:rPr kumimoji="0" sz="1125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WITH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Fira Code"/>
                <a:ea typeface="+mn-ea"/>
                <a:cs typeface="+mn-cs"/>
              </a:rPr>
              <a:t> CREDIT_QUOTA = 50 NOTIFY_AT = 80 SUSPEND_AT = 100;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1974205"/>
            <a:ext cx="6625828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Identity &amp;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2264717"/>
            <a:ext cx="51435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Enforce RSA Key-Pair Auth. Never assign ACCOUNTADMIN to automated runtime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1974205"/>
            <a:ext cx="5781675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2264717"/>
            <a:ext cx="5143500" cy="405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5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Monitor continuous pipes with 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SYSTEM$PIPE_STATUS</a:t>
            </a: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and configure account alerts.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DE8E15-2817-1F97-2A11-413312CA2947}"/>
                  </a:ext>
                </a:extLst>
              </p14:cNvPr>
              <p14:cNvContentPartPr/>
              <p14:nvPr/>
            </p14:nvContentPartPr>
            <p14:xfrm>
              <a:off x="317520" y="2171520"/>
              <a:ext cx="8579160" cy="2927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DE8E15-2817-1F97-2A11-413312CA29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160" y="2162160"/>
                <a:ext cx="8597880" cy="294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3161</Words>
  <Application>Microsoft Office PowerPoint</Application>
  <PresentationFormat>Widescreen</PresentationFormat>
  <Paragraphs>456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Calibri</vt:lpstr>
      <vt:lpstr>Plus Jakarta Sans</vt:lpstr>
      <vt:lpstr>JetBrains Mono</vt:lpstr>
      <vt:lpstr>Fira 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Jaswinder Singh</cp:lastModifiedBy>
  <cp:revision>4</cp:revision>
  <dcterms:created xsi:type="dcterms:W3CDTF">2013-01-27T09:14:16Z</dcterms:created>
  <dcterms:modified xsi:type="dcterms:W3CDTF">2026-09-26T17:45:31Z</dcterms:modified>
  <cp:category/>
</cp:coreProperties>
</file>