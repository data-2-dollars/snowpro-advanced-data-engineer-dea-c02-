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70F0F-105D-272A-28AA-4402171F2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2A0FE-1C53-5FED-95B5-572167FC2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45D55-342F-E01E-63F3-9BFBF5BE1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130B4-093E-2104-DCCD-E85E1467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3D764-3AD9-4CD5-ECE7-11F6490E1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495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1274-659E-13AA-6134-19347399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7BECA-B513-2457-4C8A-9195303F3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78B2-E2D5-94DB-15C4-29E53885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7AF0B-4CC8-ECE9-A3D6-A9B01801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CE09-3213-42B4-F8DA-E4C2D78F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52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BA76-817A-CB52-24AD-85BD5C2C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22B8A-E867-1AE0-31D3-2CE3CF3A1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FEFDB-6643-AEC5-9F5D-822EA9CC3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EA0BB-9935-D55B-FAFF-8CB14AB06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72A60-B527-180D-87A3-3BAC971C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297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F4D6-64D5-EFF2-9FFA-AC59A2C8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B0FC9-8879-9C41-0E3F-988C1962C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C9D6E-FA5D-E302-9578-7FA393993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C8106-663B-8A1B-B6DB-76B455E8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117B2-2047-0C84-7CC4-39FF192A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A57E7-CEA7-278E-92D6-39F2675D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98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F298-24D7-3ED7-6ACE-9D4F14EC5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21E26-8C6F-9D9F-89FD-DBC28BD10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155DE-1C8A-4C1F-A9C0-3544622EF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6D5BA-E197-CF77-B001-B0CE40CDD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046CB3-BE66-77E7-A1C2-5E66B35C91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F541D1-CB29-CD76-0DAC-B4C8D02FB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73CA4-7820-788A-5CD7-E20DC70D4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D110E-F208-6347-D78F-B69DEA41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82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3001F-BD20-A7E1-5A7A-9572C8A0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70E1D-6F3C-7C05-547A-6F57F102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27C5F-8DC5-9DF8-AC0B-DDD97D581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4AD73-D730-DF4B-D385-98F84144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916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03BDB-3717-5F22-AF2A-F3329E638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ED1EEA-68B3-A9E7-86F1-3E2AD3204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7A8C5-EACA-D65E-FC56-926D46E5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005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7154-AD95-8165-807C-0D9FF2D6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4F413-8361-87FE-AF0D-F640C4783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E61C9-2802-0BD6-085D-E6C29510B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095A0-D855-8AD6-E3CA-96750AF9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62758-81CD-9D41-7D01-06FB3A78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3F3D7-546C-1BC2-52B6-EAF778B4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886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325B3-6F44-BB03-7312-01AAEEAE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2CDB7-E532-641A-0D35-5766E68EB25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5923E-498B-35C1-2D68-B334D08E5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936B-8EA2-2A78-88B4-008A813D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30538-650A-91F3-F670-E845CDB3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7B7AF-1384-E69C-AAFA-D3502333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53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83F8-99A4-1066-4726-BB5B13B0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09539-83F2-5157-1B2A-692372197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846E2-5DE3-DF12-5B59-550E63D4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63AAE-2F58-C2C2-D887-5463596B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14261-E0AF-67B4-C3FF-C3302D3DA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73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A4C592-BF42-5C32-125C-1E63A62E5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504EA-B84B-3FE7-C656-0D16F42B1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BAA18-1F2B-E9EA-3C52-626113353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E7667-357C-9CC3-866B-38E4FB6B3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DCC09-7C5B-4DEF-04F5-28EA0092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98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1770EC-179F-77AF-AB5E-9B8049020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99CF6-E454-D5CC-CA0A-5D06F81A3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61191-3093-2125-89DB-B61EAF240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6CBCF-C6F5-4630-B3FF-1533929EDE8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CA3EB-52A4-E3C0-2A87-10C2736AB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AC8A3-C07D-4694-EEC4-581937CF7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1175C-21B5-497C-8C3D-EF76D1513D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900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602A2-B39A-DD4A-DAD6-7B6FFCEECD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E38ED-8935-3096-5EC9-FFBA01270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9A2A8-ABA8-CC81-E012-89119009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64" y="601735"/>
            <a:ext cx="10059272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65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77076-51AE-9C47-7665-37184F6AA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95" y="685562"/>
            <a:ext cx="10036410" cy="54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884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CC1EE-2040-E798-646A-9680002F6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95" y="799872"/>
            <a:ext cx="10036410" cy="52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07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190914-FA68-8F86-490A-1A7B2E556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40" y="735096"/>
            <a:ext cx="9929720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90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F33D1D-C464-3E49-D6CD-8E654BA9C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47" y="616976"/>
            <a:ext cx="9998306" cy="562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31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D9F4E9-C681-3E55-79E2-41E10D345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12" y="655079"/>
            <a:ext cx="10097375" cy="554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28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60DD35-1345-FA35-E9EF-6C665CE03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05" y="639838"/>
            <a:ext cx="10028789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93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3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2026-10-06T15:59:17Z</dcterms:created>
  <dcterms:modified xsi:type="dcterms:W3CDTF">2026-10-06T15:59:23Z</dcterms:modified>
</cp:coreProperties>
</file>