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BD85-EC70-14C8-224D-49B88C5E3E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3EB94-04FE-C578-3386-1FA2FA1AF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ABC88-D46F-70FB-2B2E-5FD81F77A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59E9-485A-4F15-A33B-E1DC0FF0657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BD47B-666D-A8E1-92DB-83B57994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22273-3255-AAFD-37BB-52B3F154B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A9E2-EEC5-4F4B-986B-4AF5F9E2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249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C4F72-4B0A-77C7-D692-5A940FCA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7857F-2483-BF9B-B5B7-DCA65F14F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F0F8-638C-216F-69C2-E2C0C7F7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59E9-485A-4F15-A33B-E1DC0FF0657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E717A-92BA-C7BB-4686-192A3292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52AE3-10D1-4753-9D92-8F4D9FD41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A9E2-EEC5-4F4B-986B-4AF5F9E2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103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79DB-1558-78DE-233A-619E0790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BCDFA-AA09-6851-D16D-7AEBE9A52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6CC78-CF5D-E141-D229-2E825A984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59E9-485A-4F15-A33B-E1DC0FF0657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473B4-E7D2-97D4-A6B2-9A386D6F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71F8D-45A7-A6BB-15A1-3A7618D9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A9E2-EEC5-4F4B-986B-4AF5F9E2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75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BD6A8-2C13-0E2E-0A8F-1A335776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7859F-A23C-59E3-2BE4-B460563804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09139-374B-02CB-1F17-E0BD02612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5996C-BD47-249F-1F8F-01E400D7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59E9-485A-4F15-A33B-E1DC0FF0657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9FFE9-8D54-218D-8E2F-3FBC1469A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638B5-A101-40E5-B2D7-38A2D20D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A9E2-EEC5-4F4B-986B-4AF5F9E2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251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82BFB-4324-CF07-3633-02E412E5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BDD2B-FEAC-1009-F39F-A6AEC8747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477F5-5776-050E-1017-97231AD67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248595-564F-84B0-3314-47C08FA90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0021F2-8BBE-314F-728D-58C550F849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3D5916-4A56-A325-AB77-0EF5169B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59E9-485A-4F15-A33B-E1DC0FF0657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2F5B84-52B4-F131-BCC7-C393DE5F1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DDB496-D815-DB07-20F6-077A9D34D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A9E2-EEC5-4F4B-986B-4AF5F9E2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99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DEA5D-293E-13C7-46BB-CC20BD6C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060C2D-8CFB-00B2-EA8A-1999DB684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59E9-485A-4F15-A33B-E1DC0FF0657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C94AD0-3400-EDFC-7E7F-25C1AD9DF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0A28F3-DACC-3E24-9655-DE4EA9431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A9E2-EEC5-4F4B-986B-4AF5F9E2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913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097292-9417-EE3D-5619-D7D97A960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59E9-485A-4F15-A33B-E1DC0FF0657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878C0E-BE15-DAA8-A569-9ACC39378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EBCAD-2FA0-699D-473B-8B3ED916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A9E2-EEC5-4F4B-986B-4AF5F9E2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85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C3EA7-B1C4-7722-43D8-BB55E462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59047-C394-ACCC-F6E3-4EEA81134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2BB5C-50BD-EB0F-603F-2D5C1A26F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1BDAE-CA70-C769-158D-DD4211DC3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59E9-485A-4F15-A33B-E1DC0FF0657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B6B43-F80B-6CA6-8936-78BBEA62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4F704-ED63-425B-06C5-A5831D92A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A9E2-EEC5-4F4B-986B-4AF5F9E2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634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5982-CD97-3972-EBA6-5393F4F5E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6590F9-8BCA-DA2A-BFBC-1CD3D2DA1DE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8AA23-AEF6-69F2-2B58-14A944D42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B0D7C-CFBC-C9FB-D3BB-4A49F8C42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59E9-485A-4F15-A33B-E1DC0FF0657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561DA-ADE8-93D9-1F14-534C46138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877D5-36F9-1D58-BECE-CDF199D7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A9E2-EEC5-4F4B-986B-4AF5F9E2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96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C2E93-1732-A373-D0F2-1386BE5A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AEF18-7A7A-E574-160D-50D592DB3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724AA-0C3F-11A9-7745-6E489CA65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59E9-485A-4F15-A33B-E1DC0FF0657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6DFF9-F544-5A23-1EEB-91BF4531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C15FD-8714-3648-8239-3886DB615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A9E2-EEC5-4F4B-986B-4AF5F9E2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848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A06876-7D23-9F0B-D5BA-410165BE0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861DC-81FA-9810-3B42-BE170D9F8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720C1-67D1-02E1-8F3D-C221171C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F59E9-485A-4F15-A33B-E1DC0FF0657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DFD57-09CE-989A-947C-59234F4D3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5B1F6-2E5B-936C-D8AC-90EB19E74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A9E2-EEC5-4F4B-986B-4AF5F9E2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518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BAC8D2-2D07-23AF-8985-5A016D5E4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DC970-F61E-048C-3D03-16C3C8D65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3BA3C-1650-E257-4C86-1CB4FB7757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F59E9-485A-4F15-A33B-E1DC0FF0657D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F55D0-D0D8-46C9-C2B4-5CF14ADB0B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93BB4-0DF0-15BE-1BEB-F54A86C9BA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DA9E2-EEC5-4F4B-986B-4AF5F9E2D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597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F4A2-4262-1115-4846-52D6763FA2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96EDE-E3B3-BFEF-78CB-AE39CB5012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D927B6-1852-1295-F5D6-337D84752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985" y="1058974"/>
            <a:ext cx="10044030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16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50338F-4170-1180-C417-FA1637CD0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95" y="712234"/>
            <a:ext cx="10036410" cy="543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5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98E302-9E7B-D4ED-3BD4-969D9D08F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912" y="133782"/>
            <a:ext cx="9278175" cy="620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4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9A7EB0-78DF-5CD7-CBC0-2BBB521C8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036" y="658890"/>
            <a:ext cx="10005927" cy="554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283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2026-10-06T15:49:43Z</dcterms:created>
  <dcterms:modified xsi:type="dcterms:W3CDTF">2026-10-06T15:49:49Z</dcterms:modified>
</cp:coreProperties>
</file>